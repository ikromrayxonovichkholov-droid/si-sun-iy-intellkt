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74" r:id="rId2"/>
    <p:sldId id="330" r:id="rId3"/>
    <p:sldId id="332" r:id="rId4"/>
    <p:sldId id="260" r:id="rId5"/>
    <p:sldId id="333" r:id="rId6"/>
    <p:sldId id="334" r:id="rId7"/>
    <p:sldId id="335" r:id="rId8"/>
    <p:sldId id="336" r:id="rId9"/>
    <p:sldId id="337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331" r:id="rId19"/>
    <p:sldId id="275" r:id="rId20"/>
    <p:sldId id="276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2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93DC12-907B-46D3-96AA-D86B63213E31}" type="datetimeFigureOut">
              <a:rPr lang="en-US" smtClean="0"/>
              <a:t>5/18/2025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F49098-70A5-4F59-939D-0F5AD72064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3898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d8bdc9ea0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2d8bdc9ea0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1bc0238444_0_3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1bc0238444_0_3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1bc0238444_0_3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1bc0238444_0_3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1bc0238444_0_1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1bc0238444_0_1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1bc0238444_0_1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1bc0238444_0_1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1bc0238444_0_1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1bc0238444_0_1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1bc0238444_0_2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1bc0238444_0_2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1bc0238444_0_2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1bc0238444_0_2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1bc0238444_0_2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1bc0238444_0_2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1bc0238444_1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1bc0238444_1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1bc0238444_1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1bc0238444_1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1bc0238444_1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31bc0238444_1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BEF57-8101-A5C7-7018-E62723A60F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204B7D-DEF2-32ED-06D8-1EC8636860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B9FD72-C816-C78A-F437-1581ADDB2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F64A3-1F50-4AEA-A3D6-209FAA9A09BF}" type="datetimeFigureOut">
              <a:rPr lang="en-US" smtClean="0"/>
              <a:t>5/18/2025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770658-7077-D8BE-6ADC-3C5FA33C7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2E2F5F-2450-9D24-1E81-0281334A9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2253B-D36C-418A-A4D3-A61A219B00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2881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73436-14D6-E25C-EA96-070274927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2190D-A5A8-7884-7D0E-BE7201B40A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D229E0-917B-9DFA-1372-2B7FB7DC5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F64A3-1F50-4AEA-A3D6-209FAA9A09BF}" type="datetimeFigureOut">
              <a:rPr lang="en-US" smtClean="0"/>
              <a:t>5/18/2025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A7EDFC-1209-98A2-BF33-E090CD092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00E7E8-8CB6-7C22-27B1-536845587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2253B-D36C-418A-A4D3-A61A219B00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4155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08430-B81A-B6BA-DF23-B7DC5B3629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564A13-CC62-6D65-8E69-26658B5996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ACACDF-CD9C-F309-BD4D-74883B1AF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F64A3-1F50-4AEA-A3D6-209FAA9A09BF}" type="datetimeFigureOut">
              <a:rPr lang="en-US" smtClean="0"/>
              <a:t>5/18/2025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5089FA-8256-7938-72B3-CE5DE5481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2247D6-0E0B-6D88-6FFF-84D1C416E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2253B-D36C-418A-A4D3-A61A219B00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418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796E0-6366-2DCE-E080-4C6D89660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D878A3-80DE-DAC4-089D-31FB97E296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C7EAA4-803B-67CC-E5DE-10222C2846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B105D7-BFF1-5E4E-F380-DA86C039E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F64A3-1F50-4AEA-A3D6-209FAA9A09BF}" type="datetimeFigureOut">
              <a:rPr lang="en-US" smtClean="0"/>
              <a:t>5/18/2025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7AF1D4-7798-F29D-E249-9DFFD58CDA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8241F7-92BE-EA49-17A3-F8517DE55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2253B-D36C-418A-A4D3-A61A219B00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0883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FFD6A-2651-41FA-B948-7AA4608404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8A9D3D-E290-EF38-E169-E53878FB0F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17C469-703F-4588-8B6C-935A501DDB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AD8FCA-3F64-359A-9280-0570289276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CB76B3-3C95-AF36-16F8-D8D5A44EE7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94BB43-F963-07A9-DAF1-0D3F90742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F64A3-1F50-4AEA-A3D6-209FAA9A09BF}" type="datetimeFigureOut">
              <a:rPr lang="en-US" smtClean="0"/>
              <a:t>5/18/2025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A60284-D12B-C060-1369-921F152B8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91E2DC-B330-B5BE-5ED9-79D1B1C8C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2253B-D36C-418A-A4D3-A61A219B00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1451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01D7E-30A9-DF22-8EE3-B11A0372B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D751DE-35A7-9705-D503-49AED1A0D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F64A3-1F50-4AEA-A3D6-209FAA9A09BF}" type="datetimeFigureOut">
              <a:rPr lang="en-US" smtClean="0"/>
              <a:t>5/18/2025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D19FA4-02A7-7CC3-3E18-AC8201A387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013372-B672-3702-7330-AD7256B35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2253B-D36C-418A-A4D3-A61A219B00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5183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D2FB9F-EC06-0AF5-CF1A-F84F72C78A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F64A3-1F50-4AEA-A3D6-209FAA9A09BF}" type="datetimeFigureOut">
              <a:rPr lang="en-US" smtClean="0"/>
              <a:t>5/18/2025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DFDCAF-2279-3824-6127-C6C66A25B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FCEADC-DC0A-673F-F829-FE7D1A8CC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2253B-D36C-418A-A4D3-A61A219B00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0242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13779-13A0-2EF7-45AB-EAB2D4B2F0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1498A0-03D2-ED00-BFDF-3D51908E52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99E0E7-5369-A546-4B82-F0684C8D1F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1A2C12-DF29-6007-0A7B-1849B7257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F64A3-1F50-4AEA-A3D6-209FAA9A09BF}" type="datetimeFigureOut">
              <a:rPr lang="en-US" smtClean="0"/>
              <a:t>5/18/2025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E9263D-3E68-5488-4BE6-33E16DDDD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692836-E459-C7D2-8022-1290A6056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2253B-D36C-418A-A4D3-A61A219B00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1423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EFBD3-DDDA-65B6-37F6-0E955F3DC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82286C-FE19-AA54-F919-00DEBFD4C7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31AAD4-AA35-FF98-C9FB-157E6D996F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DD20B4-6143-3DF3-A558-EF5950B4D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F64A3-1F50-4AEA-A3D6-209FAA9A09BF}" type="datetimeFigureOut">
              <a:rPr lang="en-US" smtClean="0"/>
              <a:t>5/18/2025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634CA3-CC49-D48B-F78E-24CDD5F6E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6B46FD-319D-F47D-5E7A-7C6FB38C5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2253B-D36C-418A-A4D3-A61A219B00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1684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87402-0F43-AE38-20FC-34FAF6AAB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2AEF6D-9B33-2C8E-5597-600DEAD0E6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1C1127-B2B4-285D-261A-FD7D5CDC5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F64A3-1F50-4AEA-A3D6-209FAA9A09BF}" type="datetimeFigureOut">
              <a:rPr lang="en-US" smtClean="0"/>
              <a:t>5/18/2025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B0A018-743D-3306-A974-70B9658F5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530C35-CDBB-9056-0845-FADFF9499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2253B-D36C-418A-A4D3-A61A219B00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9135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44F246F-B162-5575-38AE-16F5CA8EA2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CFB91E-231D-FE06-BA74-9E29C70E59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B5D813-D3A2-5E43-654E-9B039AD40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F64A3-1F50-4AEA-A3D6-209FAA9A09BF}" type="datetimeFigureOut">
              <a:rPr lang="en-US" smtClean="0"/>
              <a:t>5/18/2025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DABD06-BF7C-A7FE-6D86-B09C91A06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DB81E1-0B13-9EF3-6899-B5044E327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2253B-D36C-418A-A4D3-A61A219B00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4143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_HEADER_1">
  <p:cSld name="SECTION_HEADER_1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800" cy="11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4800"/>
            </a:lvl9pPr>
          </a:lstStyle>
          <a:p>
            <a:endParaRPr/>
          </a:p>
        </p:txBody>
      </p:sp>
      <p:sp>
        <p:nvSpPr>
          <p:cNvPr id="107" name="Google Shape;107;p2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0987227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1_Blank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39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" y="46067"/>
            <a:ext cx="12028199" cy="6765867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41" name="Google Shape;41;p7"/>
          <p:cNvSpPr/>
          <p:nvPr/>
        </p:nvSpPr>
        <p:spPr>
          <a:xfrm>
            <a:off x="949200" y="2589167"/>
            <a:ext cx="10500400" cy="1433200"/>
          </a:xfrm>
          <a:prstGeom prst="roundRect">
            <a:avLst>
              <a:gd name="adj" fmla="val 16667"/>
            </a:avLst>
          </a:prstGeom>
          <a:solidFill>
            <a:srgbClr val="37B558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2" name="Google Shape;42;p7"/>
          <p:cNvSpPr txBox="1">
            <a:spLocks noGrp="1"/>
          </p:cNvSpPr>
          <p:nvPr>
            <p:ph type="subTitle" idx="1"/>
          </p:nvPr>
        </p:nvSpPr>
        <p:spPr>
          <a:xfrm>
            <a:off x="2960367" y="2811867"/>
            <a:ext cx="6690800" cy="20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bel"/>
              <a:buNone/>
              <a:defRPr sz="40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916023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1_Title onl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1954833" y="322367"/>
            <a:ext cx="112204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Font typeface="Abel"/>
              <a:buChar char="●"/>
              <a:defRPr sz="4800" b="1">
                <a:latin typeface="Abel"/>
                <a:ea typeface="Abel"/>
                <a:cs typeface="Abel"/>
                <a:sym typeface="Abe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22" name="Google Shape;22;p4"/>
          <p:cNvSpPr/>
          <p:nvPr/>
        </p:nvSpPr>
        <p:spPr>
          <a:xfrm>
            <a:off x="100" y="6559233"/>
            <a:ext cx="12192000" cy="298800"/>
          </a:xfrm>
          <a:prstGeom prst="rect">
            <a:avLst/>
          </a:prstGeom>
          <a:solidFill>
            <a:srgbClr val="37B55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3" name="Google Shape;23;p4"/>
          <p:cNvSpPr/>
          <p:nvPr/>
        </p:nvSpPr>
        <p:spPr>
          <a:xfrm>
            <a:off x="100" y="6260433"/>
            <a:ext cx="12192000" cy="298800"/>
          </a:xfrm>
          <a:prstGeom prst="rect">
            <a:avLst/>
          </a:prstGeom>
          <a:solidFill>
            <a:srgbClr val="4873B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4" name="Google Shape;24;p4"/>
          <p:cNvSpPr txBox="1">
            <a:spLocks noGrp="1"/>
          </p:cNvSpPr>
          <p:nvPr>
            <p:ph type="body" idx="1"/>
          </p:nvPr>
        </p:nvSpPr>
        <p:spPr>
          <a:xfrm>
            <a:off x="207800" y="1777900"/>
            <a:ext cx="11776400" cy="43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91054">
              <a:spcBef>
                <a:spcPts val="0"/>
              </a:spcBef>
              <a:spcAft>
                <a:spcPts val="0"/>
              </a:spcAft>
              <a:buSzPts val="2200"/>
              <a:buFont typeface="Abel"/>
              <a:buChar char="●"/>
              <a:defRPr sz="2933">
                <a:latin typeface="Abel"/>
                <a:ea typeface="Abel"/>
                <a:cs typeface="Abel"/>
                <a:sym typeface="Abel"/>
              </a:defRPr>
            </a:lvl1pPr>
            <a:lvl2pPr marL="1219170" lvl="1" indent="-491054">
              <a:spcBef>
                <a:spcPts val="0"/>
              </a:spcBef>
              <a:spcAft>
                <a:spcPts val="0"/>
              </a:spcAft>
              <a:buSzPts val="2200"/>
              <a:buFont typeface="Abel"/>
              <a:buChar char="○"/>
              <a:defRPr sz="2933">
                <a:latin typeface="Abel"/>
                <a:ea typeface="Abel"/>
                <a:cs typeface="Abel"/>
                <a:sym typeface="Abel"/>
              </a:defRPr>
            </a:lvl2pPr>
            <a:lvl3pPr marL="1828754" lvl="2" indent="-491054">
              <a:spcBef>
                <a:spcPts val="0"/>
              </a:spcBef>
              <a:spcAft>
                <a:spcPts val="0"/>
              </a:spcAft>
              <a:buSzPts val="2200"/>
              <a:buFont typeface="Abel"/>
              <a:buChar char="■"/>
              <a:defRPr sz="2933">
                <a:latin typeface="Abel"/>
                <a:ea typeface="Abel"/>
                <a:cs typeface="Abel"/>
                <a:sym typeface="Abel"/>
              </a:defRPr>
            </a:lvl3pPr>
            <a:lvl4pPr marL="2438339" lvl="3" indent="-491054">
              <a:spcBef>
                <a:spcPts val="0"/>
              </a:spcBef>
              <a:spcAft>
                <a:spcPts val="0"/>
              </a:spcAft>
              <a:buSzPts val="2200"/>
              <a:buFont typeface="Abel"/>
              <a:buChar char="●"/>
              <a:defRPr sz="2933">
                <a:latin typeface="Abel"/>
                <a:ea typeface="Abel"/>
                <a:cs typeface="Abel"/>
                <a:sym typeface="Abel"/>
              </a:defRPr>
            </a:lvl4pPr>
            <a:lvl5pPr marL="3047924" lvl="4" indent="-491054">
              <a:spcBef>
                <a:spcPts val="0"/>
              </a:spcBef>
              <a:spcAft>
                <a:spcPts val="0"/>
              </a:spcAft>
              <a:buSzPts val="2200"/>
              <a:buFont typeface="Abel"/>
              <a:buChar char="○"/>
              <a:defRPr sz="2933">
                <a:latin typeface="Abel"/>
                <a:ea typeface="Abel"/>
                <a:cs typeface="Abel"/>
                <a:sym typeface="Abel"/>
              </a:defRPr>
            </a:lvl5pPr>
            <a:lvl6pPr marL="3657509" lvl="5" indent="-491054">
              <a:spcBef>
                <a:spcPts val="0"/>
              </a:spcBef>
              <a:spcAft>
                <a:spcPts val="0"/>
              </a:spcAft>
              <a:buSzPts val="2200"/>
              <a:buFont typeface="Abel"/>
              <a:buChar char="■"/>
              <a:defRPr sz="2933">
                <a:latin typeface="Abel"/>
                <a:ea typeface="Abel"/>
                <a:cs typeface="Abel"/>
                <a:sym typeface="Abel"/>
              </a:defRPr>
            </a:lvl6pPr>
            <a:lvl7pPr marL="4267093" lvl="6" indent="-491054">
              <a:spcBef>
                <a:spcPts val="0"/>
              </a:spcBef>
              <a:spcAft>
                <a:spcPts val="0"/>
              </a:spcAft>
              <a:buSzPts val="2200"/>
              <a:buFont typeface="Abel"/>
              <a:buChar char="●"/>
              <a:defRPr sz="2933">
                <a:latin typeface="Abel"/>
                <a:ea typeface="Abel"/>
                <a:cs typeface="Abel"/>
                <a:sym typeface="Abel"/>
              </a:defRPr>
            </a:lvl7pPr>
            <a:lvl8pPr marL="4876678" lvl="7" indent="-491054">
              <a:spcBef>
                <a:spcPts val="0"/>
              </a:spcBef>
              <a:spcAft>
                <a:spcPts val="0"/>
              </a:spcAft>
              <a:buSzPts val="2200"/>
              <a:buFont typeface="Abel"/>
              <a:buChar char="○"/>
              <a:defRPr sz="2933">
                <a:latin typeface="Abel"/>
                <a:ea typeface="Abel"/>
                <a:cs typeface="Abel"/>
                <a:sym typeface="Abel"/>
              </a:defRPr>
            </a:lvl8pPr>
            <a:lvl9pPr marL="5486263" lvl="8" indent="-491054">
              <a:spcBef>
                <a:spcPts val="0"/>
              </a:spcBef>
              <a:spcAft>
                <a:spcPts val="0"/>
              </a:spcAft>
              <a:buSzPts val="2200"/>
              <a:buFont typeface="Abel"/>
              <a:buChar char="■"/>
              <a:defRPr sz="2933">
                <a:latin typeface="Abel"/>
                <a:ea typeface="Abel"/>
                <a:cs typeface="Abel"/>
                <a:sym typeface="Abe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012099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82ECCC-2D22-B0D7-8656-1ED4C83BF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2F3639-38E5-D793-8F61-30BF3E16BA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760A00-C81A-137E-6EE3-DF76515EB8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6F64A3-1F50-4AEA-A3D6-209FAA9A09BF}" type="datetimeFigureOut">
              <a:rPr lang="en-US" smtClean="0"/>
              <a:t>5/18/2025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03EEF0-783A-F299-0972-5D623E50F6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B3708C-481B-B0B0-4BEA-02DAE3416C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92253B-D36C-418A-A4D3-A61A219B00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589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2" r:id="rId12"/>
    <p:sldLayoutId id="2147483663" r:id="rId13"/>
    <p:sldLayoutId id="2147483664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4.emf"/><Relationship Id="rId4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.bin"/><Relationship Id="rId3" Type="http://schemas.openxmlformats.org/officeDocument/2006/relationships/image" Target="../media/image3.png"/><Relationship Id="rId7" Type="http://schemas.openxmlformats.org/officeDocument/2006/relationships/image" Target="../media/image8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g"/><Relationship Id="rId5" Type="http://schemas.openxmlformats.org/officeDocument/2006/relationships/image" Target="../media/image4.emf"/><Relationship Id="rId10" Type="http://schemas.openxmlformats.org/officeDocument/2006/relationships/image" Target="../media/image9.gif"/><Relationship Id="rId4" Type="http://schemas.openxmlformats.org/officeDocument/2006/relationships/oleObject" Target="../embeddings/oleObject1.bin"/><Relationship Id="rId9" Type="http://schemas.openxmlformats.org/officeDocument/2006/relationships/image" Target="../media/image5.e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emf"/><Relationship Id="rId3" Type="http://schemas.openxmlformats.org/officeDocument/2006/relationships/image" Target="../media/image6.png"/><Relationship Id="rId7" Type="http://schemas.openxmlformats.org/officeDocument/2006/relationships/oleObject" Target="../embeddings/oleObject2.bin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.bin"/><Relationship Id="rId3" Type="http://schemas.openxmlformats.org/officeDocument/2006/relationships/image" Target="../media/image11.png"/><Relationship Id="rId7" Type="http://schemas.openxmlformats.org/officeDocument/2006/relationships/image" Target="../media/image4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1.bin"/><Relationship Id="rId5" Type="http://schemas.openxmlformats.org/officeDocument/2006/relationships/image" Target="../media/image3.png"/><Relationship Id="rId4" Type="http://schemas.openxmlformats.org/officeDocument/2006/relationships/image" Target="../media/image6.png"/><Relationship Id="rId9" Type="http://schemas.openxmlformats.org/officeDocument/2006/relationships/image" Target="../media/image5.e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gif"/><Relationship Id="rId3" Type="http://schemas.openxmlformats.org/officeDocument/2006/relationships/image" Target="../media/image3.png"/><Relationship Id="rId7" Type="http://schemas.openxmlformats.org/officeDocument/2006/relationships/image" Target="../media/image5.em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4.emf"/><Relationship Id="rId4" Type="http://schemas.openxmlformats.org/officeDocument/2006/relationships/oleObject" Target="../embeddings/oleObject1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emf"/><Relationship Id="rId3" Type="http://schemas.openxmlformats.org/officeDocument/2006/relationships/image" Target="../media/image6.png"/><Relationship Id="rId7" Type="http://schemas.openxmlformats.org/officeDocument/2006/relationships/oleObject" Target="../embeddings/oleObject2.bin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em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4.emf"/><Relationship Id="rId4" Type="http://schemas.openxmlformats.org/officeDocument/2006/relationships/oleObject" Target="../embeddings/oleObject1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emf"/><Relationship Id="rId3" Type="http://schemas.openxmlformats.org/officeDocument/2006/relationships/image" Target="../media/image6.png"/><Relationship Id="rId7" Type="http://schemas.openxmlformats.org/officeDocument/2006/relationships/oleObject" Target="../embeddings/oleObject2.bin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em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4.emf"/><Relationship Id="rId4" Type="http://schemas.openxmlformats.org/officeDocument/2006/relationships/oleObject" Target="../embeddings/oleObject1.bin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emf"/><Relationship Id="rId3" Type="http://schemas.openxmlformats.org/officeDocument/2006/relationships/image" Target="../media/image6.png"/><Relationship Id="rId7" Type="http://schemas.openxmlformats.org/officeDocument/2006/relationships/oleObject" Target="../embeddings/oleObject2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emf"/><Relationship Id="rId3" Type="http://schemas.openxmlformats.org/officeDocument/2006/relationships/image" Target="../media/image6.png"/><Relationship Id="rId7" Type="http://schemas.openxmlformats.org/officeDocument/2006/relationships/oleObject" Target="../embeddings/oleObject2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emf"/><Relationship Id="rId3" Type="http://schemas.openxmlformats.org/officeDocument/2006/relationships/image" Target="../media/image6.png"/><Relationship Id="rId7" Type="http://schemas.openxmlformats.org/officeDocument/2006/relationships/oleObject" Target="../embeddings/oleObject2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emf"/><Relationship Id="rId3" Type="http://schemas.openxmlformats.org/officeDocument/2006/relationships/image" Target="../media/image6.png"/><Relationship Id="rId7" Type="http://schemas.openxmlformats.org/officeDocument/2006/relationships/oleObject" Target="../embeddings/oleObject2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emf"/><Relationship Id="rId3" Type="http://schemas.openxmlformats.org/officeDocument/2006/relationships/image" Target="../media/image6.png"/><Relationship Id="rId7" Type="http://schemas.openxmlformats.org/officeDocument/2006/relationships/oleObject" Target="../embeddings/oleObject2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emf"/><Relationship Id="rId3" Type="http://schemas.openxmlformats.org/officeDocument/2006/relationships/image" Target="../media/image6.png"/><Relationship Id="rId7" Type="http://schemas.openxmlformats.org/officeDocument/2006/relationships/oleObject" Target="../embeddings/oleObject2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emf"/><Relationship Id="rId3" Type="http://schemas.openxmlformats.org/officeDocument/2006/relationships/image" Target="../media/image6.png"/><Relationship Id="rId7" Type="http://schemas.openxmlformats.org/officeDocument/2006/relationships/oleObject" Target="../embeddings/oleObject2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emf"/><Relationship Id="rId3" Type="http://schemas.openxmlformats.org/officeDocument/2006/relationships/image" Target="../media/image6.png"/><Relationship Id="rId7" Type="http://schemas.openxmlformats.org/officeDocument/2006/relationships/oleObject" Target="../embeddings/oleObject2.bin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emf"/><Relationship Id="rId3" Type="http://schemas.openxmlformats.org/officeDocument/2006/relationships/image" Target="../media/image6.png"/><Relationship Id="rId7" Type="http://schemas.openxmlformats.org/officeDocument/2006/relationships/oleObject" Target="../embeddings/oleObject2.bin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ru-RU"/>
              <a:t> 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ru-RU"/>
              <a:t> </a:t>
            </a:r>
          </a:p>
        </p:txBody>
      </p:sp>
      <p:pic>
        <p:nvPicPr>
          <p:cNvPr id="5" name="Picture 4" descr="A logo on a black background&#10;&#10;Description automatically generated">
            <a:extLst>
              <a:ext uri="{FF2B5EF4-FFF2-40B4-BE49-F238E27FC236}">
                <a16:creationId xmlns:a16="http://schemas.microsoft.com/office/drawing/2014/main" id="{F4E303D0-23D9-A427-6EEE-B1C162D585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966" t="41761" r="13807" b="41509"/>
          <a:stretch/>
        </p:blipFill>
        <p:spPr>
          <a:xfrm>
            <a:off x="2719665" y="2416464"/>
            <a:ext cx="6752673" cy="1655761"/>
          </a:xfrm>
          <a:prstGeom prst="rect">
            <a:avLst/>
          </a:prstGeom>
        </p:spPr>
      </p:pic>
      <p:pic>
        <p:nvPicPr>
          <p:cNvPr id="4" name="Picture 3" descr="A yellow star on a black background&#10;&#10;Description automatically generated">
            <a:extLst>
              <a:ext uri="{FF2B5EF4-FFF2-40B4-BE49-F238E27FC236}">
                <a16:creationId xmlns:a16="http://schemas.microsoft.com/office/drawing/2014/main" id="{2E00393A-FDF1-3BFE-0B41-F1BFB7FAD4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4260" y="1337074"/>
            <a:ext cx="838205" cy="838205"/>
          </a:xfrm>
          <a:prstGeom prst="rect">
            <a:avLst/>
          </a:prstGeom>
        </p:spPr>
      </p:pic>
      <p:graphicFrame>
        <p:nvGraphicFramePr>
          <p:cNvPr id="6" name="Объект 7">
            <a:extLst>
              <a:ext uri="{FF2B5EF4-FFF2-40B4-BE49-F238E27FC236}">
                <a16:creationId xmlns:a16="http://schemas.microsoft.com/office/drawing/2014/main" id="{02B72AAC-6809-3B9F-6C41-3D3A929B3714}"/>
              </a:ext>
            </a:extLst>
          </p:cNvPr>
          <p:cNvGraphicFramePr/>
          <p:nvPr/>
        </p:nvGraphicFramePr>
        <p:xfrm>
          <a:off x="2271527" y="1573767"/>
          <a:ext cx="58166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469900" imgH="624840" progId="CorelDraw.Graphic.25">
                  <p:embed/>
                </p:oleObj>
              </mc:Choice>
              <mc:Fallback>
                <p:oleObj r:id="rId4" imgW="469900" imgH="624840" progId="CorelDraw.Graphic.25">
                  <p:embed/>
                  <p:pic>
                    <p:nvPicPr>
                      <p:cNvPr id="6" name="Объект 7">
                        <a:extLst>
                          <a:ext uri="{FF2B5EF4-FFF2-40B4-BE49-F238E27FC236}">
                            <a16:creationId xmlns:a16="http://schemas.microsoft.com/office/drawing/2014/main" id="{02B72AAC-6809-3B9F-6C41-3D3A929B371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271527" y="1573767"/>
                        <a:ext cx="58166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Объект 13">
            <a:extLst>
              <a:ext uri="{FF2B5EF4-FFF2-40B4-BE49-F238E27FC236}">
                <a16:creationId xmlns:a16="http://schemas.microsoft.com/office/drawing/2014/main" id="{3BEF1033-9B93-257E-CA38-880C61D76A58}"/>
              </a:ext>
            </a:extLst>
          </p:cNvPr>
          <p:cNvGraphicFramePr/>
          <p:nvPr/>
        </p:nvGraphicFramePr>
        <p:xfrm>
          <a:off x="2781776" y="4884900"/>
          <a:ext cx="852593" cy="7992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663575" imgH="618490" progId="CorelDraw.Graphic.25">
                  <p:embed/>
                </p:oleObj>
              </mc:Choice>
              <mc:Fallback>
                <p:oleObj r:id="rId6" imgW="663575" imgH="618490" progId="CorelDraw.Graphic.25">
                  <p:embed/>
                  <p:pic>
                    <p:nvPicPr>
                      <p:cNvPr id="9" name="Объект 13">
                        <a:extLst>
                          <a:ext uri="{FF2B5EF4-FFF2-40B4-BE49-F238E27FC236}">
                            <a16:creationId xmlns:a16="http://schemas.microsoft.com/office/drawing/2014/main" id="{3BEF1033-9B93-257E-CA38-880C61D76A5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781776" y="4884900"/>
                        <a:ext cx="852593" cy="79925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ru-RU"/>
              <a:t> </a:t>
            </a:r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>
          <a:xfrm>
            <a:off x="2080403" y="2152824"/>
            <a:ext cx="8023307" cy="1723240"/>
          </a:xfrm>
        </p:spPr>
        <p:txBody>
          <a:bodyPr>
            <a:noAutofit/>
          </a:bodyPr>
          <a:lstStyle/>
          <a:p>
            <a:pPr algn="ctr"/>
            <a:r>
              <a:rPr lang="en-US" sz="4800" b="1" dirty="0">
                <a:solidFill>
                  <a:srgbClr val="00B0F0"/>
                </a:solidFill>
                <a:latin typeface="Bitter"/>
                <a:ea typeface="Bitter"/>
                <a:cs typeface="Bitter"/>
                <a:sym typeface="Bitter"/>
              </a:rPr>
              <a:t>SI </a:t>
            </a:r>
            <a:r>
              <a:rPr lang="en-US" sz="4800" b="1" dirty="0" err="1">
                <a:solidFill>
                  <a:srgbClr val="00B0F0"/>
                </a:solidFill>
                <a:latin typeface="Bitter"/>
                <a:ea typeface="Bitter"/>
                <a:cs typeface="Bitter"/>
                <a:sym typeface="Bitter"/>
              </a:rPr>
              <a:t>axloqiy</a:t>
            </a:r>
            <a:r>
              <a:rPr lang="en-US" sz="4800" b="1" dirty="0">
                <a:solidFill>
                  <a:srgbClr val="00B0F0"/>
                </a:solidFill>
                <a:latin typeface="Bitter"/>
                <a:ea typeface="Bitter"/>
                <a:cs typeface="Bitter"/>
                <a:sym typeface="Bitter"/>
              </a:rPr>
              <a:t> </a:t>
            </a:r>
            <a:r>
              <a:rPr lang="en-US" sz="4800" b="1" dirty="0" err="1">
                <a:solidFill>
                  <a:srgbClr val="00B0F0"/>
                </a:solidFill>
                <a:latin typeface="Bitter"/>
                <a:ea typeface="Bitter"/>
                <a:cs typeface="Bitter"/>
                <a:sym typeface="Bitter"/>
              </a:rPr>
              <a:t>bahsiga</a:t>
            </a:r>
            <a:r>
              <a:rPr lang="en-US" sz="4800" b="1" dirty="0">
                <a:solidFill>
                  <a:srgbClr val="00B0F0"/>
                </a:solidFill>
                <a:latin typeface="Bitter"/>
                <a:ea typeface="Bitter"/>
                <a:cs typeface="Bitter"/>
                <a:sym typeface="Bitter"/>
              </a:rPr>
              <a:t> </a:t>
            </a:r>
            <a:r>
              <a:rPr lang="en-US" sz="4800" b="1" dirty="0" err="1">
                <a:solidFill>
                  <a:srgbClr val="00B0F0"/>
                </a:solidFill>
                <a:latin typeface="Bitter"/>
                <a:ea typeface="Bitter"/>
                <a:cs typeface="Bitter"/>
                <a:sym typeface="Bitter"/>
              </a:rPr>
              <a:t>tayyorgarlik</a:t>
            </a:r>
            <a:endParaRPr lang="en-US" sz="4800" b="1" dirty="0">
              <a:solidFill>
                <a:srgbClr val="00B0F0"/>
              </a:solidFill>
              <a:latin typeface="Bitter"/>
              <a:ea typeface="Bitter"/>
              <a:cs typeface="Bitter"/>
              <a:sym typeface="Bitter"/>
            </a:endParaRPr>
          </a:p>
        </p:txBody>
      </p:sp>
      <p:sp>
        <p:nvSpPr>
          <p:cNvPr id="4" name="Текстовое поле 16"/>
          <p:cNvSpPr txBox="1"/>
          <p:nvPr/>
        </p:nvSpPr>
        <p:spPr>
          <a:xfrm>
            <a:off x="6769959" y="3605276"/>
            <a:ext cx="2864295" cy="404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5000"/>
              </a:lnSpc>
              <a:buClr>
                <a:schemeClr val="dk1"/>
              </a:buClr>
              <a:buSzPts val="852"/>
            </a:pPr>
            <a:r>
              <a:rPr lang="en-US" sz="2133" b="1" dirty="0">
                <a:latin typeface="Host Grotesk" panose="020B0504030402000203" pitchFamily="34" charset="0"/>
                <a:ea typeface="Bitter"/>
                <a:cs typeface="Bitter"/>
                <a:sym typeface="Bitter"/>
              </a:rPr>
              <a:t>10 -18 </a:t>
            </a:r>
            <a:r>
              <a:rPr lang="en-US" sz="2133" b="1" dirty="0" err="1">
                <a:latin typeface="Host Grotesk" panose="020B0504030402000203" pitchFamily="34" charset="0"/>
                <a:ea typeface="Bitter"/>
                <a:cs typeface="Bitter"/>
                <a:sym typeface="Bitter"/>
              </a:rPr>
              <a:t>yosh</a:t>
            </a:r>
            <a:r>
              <a:rPr lang="en-US" sz="2133" b="1" dirty="0">
                <a:latin typeface="Host Grotesk" panose="020B0504030402000203" pitchFamily="34" charset="0"/>
                <a:ea typeface="Bitter"/>
                <a:cs typeface="Bitter"/>
                <a:sym typeface="Bitter"/>
              </a:rPr>
              <a:t> </a:t>
            </a:r>
            <a:r>
              <a:rPr lang="en-US" sz="2133" b="1" dirty="0" err="1">
                <a:latin typeface="Host Grotesk" panose="020B0504030402000203" pitchFamily="34" charset="0"/>
                <a:ea typeface="Bitter"/>
                <a:cs typeface="Bitter"/>
                <a:sym typeface="Bitter"/>
              </a:rPr>
              <a:t>toifasi</a:t>
            </a:r>
            <a:endParaRPr lang="en-US" sz="2133" b="1" dirty="0">
              <a:latin typeface="Host Grotesk" panose="020B0504030402000203" pitchFamily="34" charset="0"/>
              <a:ea typeface="Bitter"/>
              <a:cs typeface="Bitter"/>
              <a:sym typeface="Bitter"/>
            </a:endParaRPr>
          </a:p>
        </p:txBody>
      </p:sp>
      <p:pic>
        <p:nvPicPr>
          <p:cNvPr id="5" name="Picture 4" descr="A logo on a black background&#10;&#10;Description automatically generated">
            <a:extLst>
              <a:ext uri="{FF2B5EF4-FFF2-40B4-BE49-F238E27FC236}">
                <a16:creationId xmlns:a16="http://schemas.microsoft.com/office/drawing/2014/main" id="{BAE106D4-157A-C84A-46B9-0339A7A963D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966" t="41761" r="13807" b="41509"/>
          <a:stretch/>
        </p:blipFill>
        <p:spPr>
          <a:xfrm>
            <a:off x="647701" y="579038"/>
            <a:ext cx="1921348" cy="471116"/>
          </a:xfrm>
          <a:prstGeom prst="rect">
            <a:avLst/>
          </a:prstGeom>
        </p:spPr>
      </p:pic>
      <p:pic>
        <p:nvPicPr>
          <p:cNvPr id="9" name="Picture 8" descr="A yellow star on a black background&#10;&#10;Description automatically generated">
            <a:extLst>
              <a:ext uri="{FF2B5EF4-FFF2-40B4-BE49-F238E27FC236}">
                <a16:creationId xmlns:a16="http://schemas.microsoft.com/office/drawing/2014/main" id="{EA3CCFD4-FD09-39DB-B9B9-C553274B69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0403" y="65527"/>
            <a:ext cx="838205" cy="838205"/>
          </a:xfrm>
          <a:prstGeom prst="rect">
            <a:avLst/>
          </a:prstGeom>
        </p:spPr>
      </p:pic>
      <p:graphicFrame>
        <p:nvGraphicFramePr>
          <p:cNvPr id="14" name="Объект 7">
            <a:extLst>
              <a:ext uri="{FF2B5EF4-FFF2-40B4-BE49-F238E27FC236}">
                <a16:creationId xmlns:a16="http://schemas.microsoft.com/office/drawing/2014/main" id="{EA71442E-7379-D102-D9A2-4C5A459AB2B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94155493"/>
              </p:ext>
            </p:extLst>
          </p:nvPr>
        </p:nvGraphicFramePr>
        <p:xfrm>
          <a:off x="2557746" y="3075941"/>
          <a:ext cx="58166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469900" imgH="624840" progId="CorelDraw.Graphic.25">
                  <p:embed/>
                </p:oleObj>
              </mc:Choice>
              <mc:Fallback>
                <p:oleObj r:id="rId4" imgW="469900" imgH="624840" progId="CorelDraw.Graphic.25">
                  <p:embed/>
                  <p:pic>
                    <p:nvPicPr>
                      <p:cNvPr id="14" name="Объект 7">
                        <a:extLst>
                          <a:ext uri="{FF2B5EF4-FFF2-40B4-BE49-F238E27FC236}">
                            <a16:creationId xmlns:a16="http://schemas.microsoft.com/office/drawing/2014/main" id="{EA71442E-7379-D102-D9A2-4C5A459AB2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557746" y="3075941"/>
                        <a:ext cx="58166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Google Shape;131;p24">
            <a:extLst>
              <a:ext uri="{FF2B5EF4-FFF2-40B4-BE49-F238E27FC236}">
                <a16:creationId xmlns:a16="http://schemas.microsoft.com/office/drawing/2014/main" id="{4955DBC9-B9BD-7360-AE41-E8661BB68E4B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6">
            <a:alphaModFix/>
          </a:blip>
          <a:srcRect l="22611" r="22611"/>
          <a:stretch/>
        </p:blipFill>
        <p:spPr>
          <a:xfrm>
            <a:off x="9717467" y="3289633"/>
            <a:ext cx="2474400" cy="3388000"/>
          </a:xfrm>
          <a:prstGeom prst="rect">
            <a:avLst/>
          </a:prstGeom>
        </p:spPr>
      </p:pic>
      <p:sp>
        <p:nvSpPr>
          <p:cNvPr id="10" name="Прямоугольник 7"/>
          <p:cNvSpPr/>
          <p:nvPr/>
        </p:nvSpPr>
        <p:spPr>
          <a:xfrm>
            <a:off x="0" y="6105235"/>
            <a:ext cx="12192000" cy="752764"/>
          </a:xfrm>
          <a:prstGeom prst="rect">
            <a:avLst/>
          </a:prstGeom>
          <a:solidFill>
            <a:srgbClr val="4AC0F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altLang="en-US" sz="24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12" name="Google Shape;130;p24">
            <a:extLst>
              <a:ext uri="{FF2B5EF4-FFF2-40B4-BE49-F238E27FC236}">
                <a16:creationId xmlns:a16="http://schemas.microsoft.com/office/drawing/2014/main" id="{F660442B-D805-5753-6903-808EEFA67B63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7">
            <a:alphaModFix/>
          </a:blip>
          <a:srcRect l="21781" r="21775"/>
          <a:stretch/>
        </p:blipFill>
        <p:spPr>
          <a:xfrm>
            <a:off x="9717600" y="1633"/>
            <a:ext cx="2474400" cy="3288003"/>
          </a:xfrm>
          <a:prstGeom prst="rect">
            <a:avLst/>
          </a:prstGeom>
        </p:spPr>
      </p:pic>
      <p:graphicFrame>
        <p:nvGraphicFramePr>
          <p:cNvPr id="13" name="Объект 13">
            <a:extLst>
              <a:ext uri="{FF2B5EF4-FFF2-40B4-BE49-F238E27FC236}">
                <a16:creationId xmlns:a16="http://schemas.microsoft.com/office/drawing/2014/main" id="{1D41705B-2A2E-C5A1-3E8C-F70818E209C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4473421"/>
              </p:ext>
            </p:extLst>
          </p:nvPr>
        </p:nvGraphicFramePr>
        <p:xfrm>
          <a:off x="8202106" y="1470016"/>
          <a:ext cx="852593" cy="7992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663575" imgH="618490" progId="CorelDraw.Graphic.25">
                  <p:embed/>
                </p:oleObj>
              </mc:Choice>
              <mc:Fallback>
                <p:oleObj r:id="rId8" imgW="663575" imgH="618490" progId="CorelDraw.Graphic.25">
                  <p:embed/>
                  <p:pic>
                    <p:nvPicPr>
                      <p:cNvPr id="15" name="Объект 13">
                        <a:extLst>
                          <a:ext uri="{FF2B5EF4-FFF2-40B4-BE49-F238E27FC236}">
                            <a16:creationId xmlns:a16="http://schemas.microsoft.com/office/drawing/2014/main" id="{1D41705B-2A2E-C5A1-3E8C-F70818E209C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8202106" y="1470016"/>
                        <a:ext cx="852593" cy="79925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7" name="Picture 16" descr="A black and blue outline of a couple of podiums&#10;&#10;Description automatically generated">
            <a:extLst>
              <a:ext uri="{FF2B5EF4-FFF2-40B4-BE49-F238E27FC236}">
                <a16:creationId xmlns:a16="http://schemas.microsoft.com/office/drawing/2014/main" id="{156C18CA-3AF8-9F39-7F47-EBAB96D3E39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6967" y="3778928"/>
            <a:ext cx="2216429" cy="221642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37;p25">
            <a:extLst>
              <a:ext uri="{FF2B5EF4-FFF2-40B4-BE49-F238E27FC236}">
                <a16:creationId xmlns:a16="http://schemas.microsoft.com/office/drawing/2014/main" id="{390DB8F1-51D2-9164-F8A6-CEA073264554}"/>
              </a:ext>
            </a:extLst>
          </p:cNvPr>
          <p:cNvSpPr txBox="1">
            <a:spLocks/>
          </p:cNvSpPr>
          <p:nvPr/>
        </p:nvSpPr>
        <p:spPr>
          <a:xfrm>
            <a:off x="656478" y="1718108"/>
            <a:ext cx="6541387" cy="3421783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541853">
              <a:lnSpc>
                <a:spcPct val="115000"/>
              </a:lnSpc>
              <a:spcBef>
                <a:spcPts val="1600"/>
              </a:spcBef>
              <a:buClr>
                <a:schemeClr val="dk1"/>
              </a:buClr>
              <a:buSzPts val="2800"/>
            </a:pPr>
            <a:r>
              <a:rPr lang="en-US" sz="3733" dirty="0">
                <a:solidFill>
                  <a:srgbClr val="4774B7"/>
                </a:solidFill>
                <a:latin typeface="Host Grotesk" panose="020B0504030402000203" pitchFamily="34" charset="0"/>
              </a:rPr>
              <a:t>SI</a:t>
            </a:r>
            <a:r>
              <a:rPr lang="en-US" sz="3733" dirty="0">
                <a:solidFill>
                  <a:schemeClr val="dk1"/>
                </a:solidFill>
                <a:latin typeface="Host Grotesk" panose="020B0504030402000203" pitchFamily="34" charset="0"/>
              </a:rPr>
              <a:t> </a:t>
            </a:r>
            <a:r>
              <a:rPr lang="en-US" sz="3733" dirty="0" err="1">
                <a:solidFill>
                  <a:schemeClr val="dk1"/>
                </a:solidFill>
                <a:latin typeface="Host Grotesk" panose="020B0504030402000203" pitchFamily="34" charset="0"/>
              </a:rPr>
              <a:t>nima</a:t>
            </a:r>
            <a:r>
              <a:rPr lang="en-US" sz="3733" dirty="0">
                <a:solidFill>
                  <a:schemeClr val="dk1"/>
                </a:solidFill>
                <a:latin typeface="Host Grotesk" panose="020B0504030402000203" pitchFamily="34" charset="0"/>
              </a:rPr>
              <a:t>?</a:t>
            </a:r>
          </a:p>
          <a:p>
            <a:pPr indent="-541853">
              <a:lnSpc>
                <a:spcPct val="115000"/>
              </a:lnSpc>
              <a:buClr>
                <a:schemeClr val="dk1"/>
              </a:buClr>
              <a:buSzPts val="2800"/>
            </a:pPr>
            <a:r>
              <a:rPr lang="en-US" sz="3733" dirty="0" err="1">
                <a:solidFill>
                  <a:srgbClr val="4774B7"/>
                </a:solidFill>
                <a:latin typeface="Host Grotesk" panose="020B0504030402000203" pitchFamily="34" charset="0"/>
              </a:rPr>
              <a:t>Axloq</a:t>
            </a:r>
            <a:r>
              <a:rPr lang="en-US" sz="3733" dirty="0">
                <a:solidFill>
                  <a:srgbClr val="4774B7"/>
                </a:solidFill>
                <a:latin typeface="Host Grotesk" panose="020B0504030402000203" pitchFamily="34" charset="0"/>
              </a:rPr>
              <a:t> </a:t>
            </a:r>
            <a:r>
              <a:rPr lang="en-US" sz="3733" dirty="0" err="1">
                <a:solidFill>
                  <a:schemeClr val="dk1"/>
                </a:solidFill>
                <a:latin typeface="Host Grotesk" panose="020B0504030402000203" pitchFamily="34" charset="0"/>
              </a:rPr>
              <a:t>nima</a:t>
            </a:r>
            <a:r>
              <a:rPr lang="en-US" sz="3733" dirty="0">
                <a:solidFill>
                  <a:schemeClr val="dk1"/>
                </a:solidFill>
                <a:latin typeface="Host Grotesk" panose="020B0504030402000203" pitchFamily="34" charset="0"/>
              </a:rPr>
              <a:t>?</a:t>
            </a:r>
          </a:p>
          <a:p>
            <a:pPr indent="-541853">
              <a:lnSpc>
                <a:spcPct val="115000"/>
              </a:lnSpc>
              <a:buClr>
                <a:schemeClr val="dk1"/>
              </a:buClr>
              <a:buSzPts val="2800"/>
              <a:buFont typeface="Lexend"/>
              <a:buChar char="●"/>
            </a:pPr>
            <a:r>
              <a:rPr lang="en-US" sz="3733" dirty="0" err="1">
                <a:solidFill>
                  <a:schemeClr val="dk1"/>
                </a:solidFill>
                <a:latin typeface="Host Grotesk" panose="020B0504030402000203" pitchFamily="34" charset="0"/>
              </a:rPr>
              <a:t>SIdan</a:t>
            </a:r>
            <a:r>
              <a:rPr lang="en-US" sz="3733" dirty="0">
                <a:solidFill>
                  <a:schemeClr val="dk1"/>
                </a:solidFill>
                <a:latin typeface="Host Grotesk" panose="020B0504030402000203" pitchFamily="34" charset="0"/>
              </a:rPr>
              <a:t> </a:t>
            </a:r>
            <a:r>
              <a:rPr lang="en-US" sz="3733" dirty="0" err="1">
                <a:solidFill>
                  <a:schemeClr val="dk1"/>
                </a:solidFill>
                <a:latin typeface="Host Grotesk" panose="020B0504030402000203" pitchFamily="34" charset="0"/>
              </a:rPr>
              <a:t>foydalanganimizda</a:t>
            </a:r>
            <a:r>
              <a:rPr lang="en-US" sz="3733" dirty="0">
                <a:solidFill>
                  <a:schemeClr val="dk1"/>
                </a:solidFill>
                <a:latin typeface="Host Grotesk" panose="020B0504030402000203" pitchFamily="34" charset="0"/>
              </a:rPr>
              <a:t> </a:t>
            </a:r>
            <a:r>
              <a:rPr lang="en-US" sz="3733" dirty="0" err="1">
                <a:solidFill>
                  <a:srgbClr val="4774B7"/>
                </a:solidFill>
                <a:latin typeface="Host Grotesk" panose="020B0504030402000203" pitchFamily="34" charset="0"/>
              </a:rPr>
              <a:t>axloq</a:t>
            </a:r>
            <a:r>
              <a:rPr lang="en-US" sz="3733" dirty="0">
                <a:solidFill>
                  <a:schemeClr val="dk1"/>
                </a:solidFill>
                <a:latin typeface="Host Grotesk" panose="020B0504030402000203" pitchFamily="34" charset="0"/>
              </a:rPr>
              <a:t> </a:t>
            </a:r>
            <a:r>
              <a:rPr lang="en-US" sz="3733" dirty="0" err="1">
                <a:solidFill>
                  <a:schemeClr val="dk1"/>
                </a:solidFill>
                <a:latin typeface="Host Grotesk" panose="020B0504030402000203" pitchFamily="34" charset="0"/>
              </a:rPr>
              <a:t>bizga</a:t>
            </a:r>
            <a:r>
              <a:rPr lang="en-US" sz="3733" dirty="0">
                <a:solidFill>
                  <a:schemeClr val="dk1"/>
                </a:solidFill>
                <a:latin typeface="Host Grotesk" panose="020B0504030402000203" pitchFamily="34" charset="0"/>
              </a:rPr>
              <a:t> </a:t>
            </a:r>
            <a:r>
              <a:rPr lang="en-US" sz="3733" dirty="0" err="1">
                <a:solidFill>
                  <a:schemeClr val="dk1"/>
                </a:solidFill>
                <a:latin typeface="Host Grotesk" panose="020B0504030402000203" pitchFamily="34" charset="0"/>
              </a:rPr>
              <a:t>nega</a:t>
            </a:r>
            <a:r>
              <a:rPr lang="en-US" sz="3733" dirty="0">
                <a:solidFill>
                  <a:schemeClr val="dk1"/>
                </a:solidFill>
                <a:latin typeface="Host Grotesk" panose="020B0504030402000203" pitchFamily="34" charset="0"/>
              </a:rPr>
              <a:t> </a:t>
            </a:r>
            <a:r>
              <a:rPr lang="en-US" sz="3733" dirty="0" err="1">
                <a:solidFill>
                  <a:schemeClr val="dk1"/>
                </a:solidFill>
                <a:latin typeface="Host Grotesk" panose="020B0504030402000203" pitchFamily="34" charset="0"/>
              </a:rPr>
              <a:t>kerak</a:t>
            </a:r>
            <a:r>
              <a:rPr lang="en-US" sz="3733" dirty="0">
                <a:solidFill>
                  <a:schemeClr val="dk1"/>
                </a:solidFill>
                <a:latin typeface="Host Grotesk" panose="020B0504030402000203" pitchFamily="34" charset="0"/>
              </a:rPr>
              <a:t>?</a:t>
            </a:r>
            <a:endParaRPr lang="en-US" sz="4133" dirty="0">
              <a:latin typeface="Host Grotesk" panose="020B0504030402000203" pitchFamily="34" charset="0"/>
            </a:endParaRPr>
          </a:p>
        </p:txBody>
      </p:sp>
      <p:pic>
        <p:nvPicPr>
          <p:cNvPr id="6" name="Google Shape;139;p25">
            <a:extLst>
              <a:ext uri="{FF2B5EF4-FFF2-40B4-BE49-F238E27FC236}">
                <a16:creationId xmlns:a16="http://schemas.microsoft.com/office/drawing/2014/main" id="{A45A5FD0-695A-34C0-AD8B-DDB49558987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10990" r="7663" b="20912"/>
          <a:stretch/>
        </p:blipFill>
        <p:spPr>
          <a:xfrm>
            <a:off x="7128854" y="1746969"/>
            <a:ext cx="3687801" cy="3520867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138;p25">
            <a:extLst>
              <a:ext uri="{FF2B5EF4-FFF2-40B4-BE49-F238E27FC236}">
                <a16:creationId xmlns:a16="http://schemas.microsoft.com/office/drawing/2014/main" id="{19B90662-3CEA-25DA-C868-141BF5FEDC18}"/>
              </a:ext>
            </a:extLst>
          </p:cNvPr>
          <p:cNvSpPr txBox="1">
            <a:spLocks/>
          </p:cNvSpPr>
          <p:nvPr/>
        </p:nvSpPr>
        <p:spPr>
          <a:xfrm>
            <a:off x="2993366" y="303769"/>
            <a:ext cx="7175614" cy="972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 err="1">
                <a:solidFill>
                  <a:srgbClr val="00B0F0"/>
                </a:solidFill>
                <a:latin typeface="Host Grotesk" panose="020B0504030402000203" pitchFamily="34" charset="0"/>
                <a:ea typeface="Bitter SemiBold"/>
                <a:cs typeface="Bitter SemiBold"/>
                <a:sym typeface="Bitter SemiBold"/>
              </a:rPr>
              <a:t>Muhokama</a:t>
            </a:r>
            <a:r>
              <a:rPr lang="en-US" b="1" dirty="0">
                <a:solidFill>
                  <a:srgbClr val="00B0F0"/>
                </a:solidFill>
                <a:latin typeface="Host Grotesk" panose="020B0504030402000203" pitchFamily="34" charset="0"/>
                <a:ea typeface="Bitter SemiBold"/>
                <a:cs typeface="Bitter SemiBold"/>
                <a:sym typeface="Bitter SemiBold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Host Grotesk" panose="020B0504030402000203" pitchFamily="34" charset="0"/>
                <a:ea typeface="Bitter SemiBold"/>
                <a:cs typeface="Bitter SemiBold"/>
                <a:sym typeface="Bitter SemiBold"/>
              </a:rPr>
              <a:t>uchun</a:t>
            </a:r>
            <a:r>
              <a:rPr lang="en-US" b="1" dirty="0">
                <a:solidFill>
                  <a:srgbClr val="00B0F0"/>
                </a:solidFill>
                <a:latin typeface="Host Grotesk" panose="020B0504030402000203" pitchFamily="34" charset="0"/>
                <a:ea typeface="Bitter SemiBold"/>
                <a:cs typeface="Bitter SemiBold"/>
                <a:sym typeface="Bitter SemiBold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Host Grotesk" panose="020B0504030402000203" pitchFamily="34" charset="0"/>
                <a:ea typeface="Bitter SemiBold"/>
                <a:cs typeface="Bitter SemiBold"/>
                <a:sym typeface="Bitter SemiBold"/>
              </a:rPr>
              <a:t>bahs</a:t>
            </a:r>
            <a:r>
              <a:rPr lang="en-US" b="1" dirty="0">
                <a:solidFill>
                  <a:srgbClr val="00B0F0"/>
                </a:solidFill>
                <a:latin typeface="Host Grotesk" panose="020B0504030402000203" pitchFamily="34" charset="0"/>
                <a:ea typeface="Bitter SemiBold"/>
                <a:cs typeface="Bitter SemiBold"/>
                <a:sym typeface="Bitter SemiBold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Host Grotesk" panose="020B0504030402000203" pitchFamily="34" charset="0"/>
                <a:ea typeface="Bitter SemiBold"/>
                <a:cs typeface="Bitter SemiBold"/>
                <a:sym typeface="Bitter SemiBold"/>
              </a:rPr>
              <a:t>oldi</a:t>
            </a:r>
            <a:r>
              <a:rPr lang="en-US" b="1" dirty="0">
                <a:solidFill>
                  <a:srgbClr val="00B0F0"/>
                </a:solidFill>
                <a:latin typeface="Host Grotesk" panose="020B0504030402000203" pitchFamily="34" charset="0"/>
                <a:ea typeface="Bitter SemiBold"/>
                <a:cs typeface="Bitter SemiBold"/>
                <a:sym typeface="Bitter SemiBold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Host Grotesk" panose="020B0504030402000203" pitchFamily="34" charset="0"/>
                <a:ea typeface="Bitter SemiBold"/>
                <a:cs typeface="Bitter SemiBold"/>
                <a:sym typeface="Bitter SemiBold"/>
              </a:rPr>
              <a:t>savollari</a:t>
            </a:r>
            <a:endParaRPr lang="en-US" b="1" dirty="0">
              <a:solidFill>
                <a:srgbClr val="00B0F0"/>
              </a:solidFill>
              <a:latin typeface="Host Grotesk" panose="020B0504030402000203" pitchFamily="34" charset="0"/>
              <a:ea typeface="Bitter SemiBold"/>
              <a:cs typeface="Bitter SemiBold"/>
              <a:sym typeface="Bitter SemiBold"/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1C50F485-1E07-69B3-8680-9E7E095AF90B}"/>
              </a:ext>
            </a:extLst>
          </p:cNvPr>
          <p:cNvSpPr/>
          <p:nvPr/>
        </p:nvSpPr>
        <p:spPr>
          <a:xfrm>
            <a:off x="0" y="5168752"/>
            <a:ext cx="12192000" cy="1689247"/>
          </a:xfrm>
          <a:prstGeom prst="rect">
            <a:avLst/>
          </a:prstGeom>
          <a:solidFill>
            <a:srgbClr val="4AC0F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altLang="en-US" sz="24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9" name="Picture 8" descr="A logo on a black background&#10;&#10;Description automatically generated">
            <a:extLst>
              <a:ext uri="{FF2B5EF4-FFF2-40B4-BE49-F238E27FC236}">
                <a16:creationId xmlns:a16="http://schemas.microsoft.com/office/drawing/2014/main" id="{71394A1A-728F-8B7A-8CED-EFA6773911C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966" t="41761" r="13807" b="41509"/>
          <a:stretch/>
        </p:blipFill>
        <p:spPr>
          <a:xfrm>
            <a:off x="647701" y="579038"/>
            <a:ext cx="1921348" cy="471116"/>
          </a:xfrm>
          <a:prstGeom prst="rect">
            <a:avLst/>
          </a:prstGeom>
        </p:spPr>
      </p:pic>
      <p:pic>
        <p:nvPicPr>
          <p:cNvPr id="10" name="Picture 9" descr="A yellow star on a black background&#10;&#10;Description automatically generated">
            <a:extLst>
              <a:ext uri="{FF2B5EF4-FFF2-40B4-BE49-F238E27FC236}">
                <a16:creationId xmlns:a16="http://schemas.microsoft.com/office/drawing/2014/main" id="{D3AC8448-20D2-A451-3C37-F5B75529CB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0403" y="65527"/>
            <a:ext cx="838205" cy="838205"/>
          </a:xfrm>
          <a:prstGeom prst="rect">
            <a:avLst/>
          </a:prstGeom>
        </p:spPr>
      </p:pic>
      <p:graphicFrame>
        <p:nvGraphicFramePr>
          <p:cNvPr id="11" name="Объект 7">
            <a:extLst>
              <a:ext uri="{FF2B5EF4-FFF2-40B4-BE49-F238E27FC236}">
                <a16:creationId xmlns:a16="http://schemas.microsoft.com/office/drawing/2014/main" id="{1D88F465-E23E-1FEA-A56F-CE28E804888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85858446"/>
              </p:ext>
            </p:extLst>
          </p:nvPr>
        </p:nvGraphicFramePr>
        <p:xfrm>
          <a:off x="3927171" y="2322053"/>
          <a:ext cx="58166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469900" imgH="624840" progId="CorelDraw.Graphic.25">
                  <p:embed/>
                </p:oleObj>
              </mc:Choice>
              <mc:Fallback>
                <p:oleObj r:id="rId5" imgW="469900" imgH="624840" progId="CorelDraw.Graphic.25">
                  <p:embed/>
                  <p:pic>
                    <p:nvPicPr>
                      <p:cNvPr id="14" name="Объект 7">
                        <a:extLst>
                          <a:ext uri="{FF2B5EF4-FFF2-40B4-BE49-F238E27FC236}">
                            <a16:creationId xmlns:a16="http://schemas.microsoft.com/office/drawing/2014/main" id="{EA71442E-7379-D102-D9A2-4C5A459AB2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927171" y="2322053"/>
                        <a:ext cx="58166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Объект 13">
            <a:extLst>
              <a:ext uri="{FF2B5EF4-FFF2-40B4-BE49-F238E27FC236}">
                <a16:creationId xmlns:a16="http://schemas.microsoft.com/office/drawing/2014/main" id="{1D5AA33D-5B8B-7001-5689-85C3C1CB6A6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06803243"/>
              </p:ext>
            </p:extLst>
          </p:nvPr>
        </p:nvGraphicFramePr>
        <p:xfrm>
          <a:off x="8972754" y="1272397"/>
          <a:ext cx="852593" cy="7992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663575" imgH="618490" progId="CorelDraw.Graphic.25">
                  <p:embed/>
                </p:oleObj>
              </mc:Choice>
              <mc:Fallback>
                <p:oleObj r:id="rId7" imgW="663575" imgH="618490" progId="CorelDraw.Graphic.25">
                  <p:embed/>
                  <p:pic>
                    <p:nvPicPr>
                      <p:cNvPr id="13" name="Объект 13">
                        <a:extLst>
                          <a:ext uri="{FF2B5EF4-FFF2-40B4-BE49-F238E27FC236}">
                            <a16:creationId xmlns:a16="http://schemas.microsoft.com/office/drawing/2014/main" id="{1D41705B-2A2E-C5A1-3E8C-F70818E209C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972754" y="1272397"/>
                        <a:ext cx="852593" cy="79925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8831096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6"/>
          <p:cNvSpPr txBox="1">
            <a:spLocks noGrp="1"/>
          </p:cNvSpPr>
          <p:nvPr>
            <p:ph type="sldNum" idx="12"/>
          </p:nvPr>
        </p:nvSpPr>
        <p:spPr>
          <a:xfrm>
            <a:off x="8896496" y="6104851"/>
            <a:ext cx="3144400" cy="524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4</a:t>
            </a:fld>
            <a:endParaRPr/>
          </a:p>
        </p:txBody>
      </p:sp>
      <p:sp>
        <p:nvSpPr>
          <p:cNvPr id="146" name="Google Shape;146;p26"/>
          <p:cNvSpPr txBox="1"/>
          <p:nvPr/>
        </p:nvSpPr>
        <p:spPr>
          <a:xfrm>
            <a:off x="1114233" y="993767"/>
            <a:ext cx="6125600" cy="46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-US" sz="2933" b="1" dirty="0" err="1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Axloq</a:t>
            </a:r>
            <a:r>
              <a:rPr lang="en-US" sz="2933" dirty="0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 — </a:t>
            </a:r>
            <a:r>
              <a:rPr lang="en-US" sz="2933" dirty="0" err="1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bu</a:t>
            </a:r>
            <a:r>
              <a:rPr lang="en-US" sz="2933" dirty="0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 </a:t>
            </a:r>
            <a:r>
              <a:rPr lang="en-US" sz="2933" dirty="0" err="1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insonlarga</a:t>
            </a:r>
            <a:r>
              <a:rPr lang="en-US" sz="2933" dirty="0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 </a:t>
            </a:r>
            <a:r>
              <a:rPr lang="en-US" sz="2933" dirty="0" err="1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nima</a:t>
            </a:r>
            <a:r>
              <a:rPr lang="en-US" sz="2933" dirty="0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 </a:t>
            </a:r>
            <a:r>
              <a:rPr lang="en-US" sz="2933" u="sng" dirty="0" err="1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to‘g‘ri</a:t>
            </a:r>
            <a:r>
              <a:rPr lang="en-US" sz="2933" dirty="0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, </a:t>
            </a:r>
            <a:r>
              <a:rPr lang="en-US" sz="2933" dirty="0" err="1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nima</a:t>
            </a:r>
            <a:r>
              <a:rPr lang="en-US" sz="2933" dirty="0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 </a:t>
            </a:r>
            <a:r>
              <a:rPr lang="en-US" sz="2933" u="sng" dirty="0" err="1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noto‘g‘ri</a:t>
            </a:r>
            <a:r>
              <a:rPr lang="en-US" sz="2933" dirty="0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 </a:t>
            </a:r>
            <a:r>
              <a:rPr lang="en-US" sz="2933" dirty="0" err="1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ekanini</a:t>
            </a:r>
            <a:r>
              <a:rPr lang="en-US" sz="2933" dirty="0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 </a:t>
            </a:r>
            <a:r>
              <a:rPr lang="en-US" sz="2933" dirty="0" err="1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ajratishda</a:t>
            </a:r>
            <a:r>
              <a:rPr lang="en-US" sz="2933" dirty="0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 </a:t>
            </a:r>
            <a:r>
              <a:rPr lang="en-US" sz="2933" dirty="0" err="1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yo‘l</a:t>
            </a:r>
            <a:r>
              <a:rPr lang="en-US" sz="2933" dirty="0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 </a:t>
            </a:r>
            <a:r>
              <a:rPr lang="en-US" sz="2933" dirty="0" err="1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ko‘rsatadigan</a:t>
            </a:r>
            <a:r>
              <a:rPr lang="en-US" sz="2933" dirty="0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 </a:t>
            </a:r>
            <a:r>
              <a:rPr lang="en-US" sz="2933" dirty="0" err="1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muhim</a:t>
            </a:r>
            <a:r>
              <a:rPr lang="en-US" sz="2933" dirty="0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 </a:t>
            </a:r>
            <a:r>
              <a:rPr lang="en-US" sz="2933" dirty="0" err="1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tamoyillar</a:t>
            </a:r>
            <a:r>
              <a:rPr lang="en-US" sz="2933" dirty="0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 </a:t>
            </a:r>
            <a:r>
              <a:rPr lang="en-US" sz="2933" dirty="0" err="1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to‘plamidir</a:t>
            </a:r>
            <a:r>
              <a:rPr lang="en-US" sz="2933" dirty="0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.</a:t>
            </a:r>
          </a:p>
          <a:p>
            <a:endParaRPr sz="2933" dirty="0">
              <a:solidFill>
                <a:schemeClr val="dk1"/>
              </a:solidFill>
              <a:latin typeface="Host Grotesk" panose="020B0504030402000203" pitchFamily="34" charset="0"/>
              <a:ea typeface="Rubik"/>
              <a:cs typeface="Rubik"/>
              <a:sym typeface="Rubik"/>
            </a:endParaRPr>
          </a:p>
          <a:p>
            <a:r>
              <a:rPr lang="en-US" sz="2933" dirty="0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U </a:t>
            </a:r>
            <a:r>
              <a:rPr lang="en-US" sz="2933" dirty="0" err="1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kishilarning</a:t>
            </a:r>
            <a:r>
              <a:rPr lang="en-US" sz="2933" dirty="0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 </a:t>
            </a:r>
            <a:r>
              <a:rPr lang="en-US" sz="2933" dirty="0" err="1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harakatlarida</a:t>
            </a:r>
            <a:r>
              <a:rPr lang="en-US" sz="2933" dirty="0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 </a:t>
            </a:r>
            <a:r>
              <a:rPr lang="en-US" sz="2933" dirty="0" err="1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adolat</a:t>
            </a:r>
            <a:r>
              <a:rPr lang="en-US" sz="2933" dirty="0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, </a:t>
            </a:r>
            <a:r>
              <a:rPr lang="en-US" sz="2933" dirty="0" err="1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hurmat</a:t>
            </a:r>
            <a:r>
              <a:rPr lang="en-US" sz="2933" dirty="0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 </a:t>
            </a:r>
            <a:r>
              <a:rPr lang="en-US" sz="2933" dirty="0" err="1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va</a:t>
            </a:r>
            <a:r>
              <a:rPr lang="en-US" sz="2933" dirty="0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 </a:t>
            </a:r>
            <a:r>
              <a:rPr lang="en-US" sz="2933" dirty="0" err="1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mehribonlik</a:t>
            </a:r>
            <a:r>
              <a:rPr lang="en-US" sz="2933" dirty="0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 </a:t>
            </a:r>
            <a:r>
              <a:rPr lang="en-US" sz="2933" dirty="0" err="1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bo‘lishini</a:t>
            </a:r>
            <a:r>
              <a:rPr lang="en-US" sz="2933" dirty="0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 </a:t>
            </a:r>
            <a:r>
              <a:rPr lang="en-US" sz="2933" dirty="0" err="1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ta’minlash</a:t>
            </a:r>
            <a:r>
              <a:rPr lang="en-US" sz="2933" dirty="0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 </a:t>
            </a:r>
            <a:r>
              <a:rPr lang="en-US" sz="2933" dirty="0" err="1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uchun</a:t>
            </a:r>
            <a:r>
              <a:rPr lang="en-US" sz="2933" dirty="0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 </a:t>
            </a:r>
            <a:r>
              <a:rPr lang="en-US" sz="2933" dirty="0" err="1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qanday</a:t>
            </a:r>
            <a:r>
              <a:rPr lang="en-US" sz="2933" dirty="0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 </a:t>
            </a:r>
            <a:r>
              <a:rPr lang="en-US" sz="2933" dirty="0" err="1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yo'l</a:t>
            </a:r>
            <a:r>
              <a:rPr lang="en-US" sz="2933" dirty="0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 </a:t>
            </a:r>
            <a:r>
              <a:rPr lang="en-US" sz="2933" dirty="0" err="1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tutishlari</a:t>
            </a:r>
            <a:r>
              <a:rPr lang="en-US" sz="2933" dirty="0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 </a:t>
            </a:r>
            <a:r>
              <a:rPr lang="en-US" sz="2933" dirty="0" err="1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kerakligini</a:t>
            </a:r>
            <a:r>
              <a:rPr lang="en-US" sz="2933" dirty="0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 </a:t>
            </a:r>
            <a:r>
              <a:rPr lang="en-US" sz="2933" dirty="0" err="1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belgilab</a:t>
            </a:r>
            <a:r>
              <a:rPr lang="en-US" sz="2933" dirty="0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 </a:t>
            </a:r>
            <a:r>
              <a:rPr lang="en-US" sz="2933" dirty="0" err="1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beradi</a:t>
            </a:r>
            <a:r>
              <a:rPr lang="en-US" sz="2933" dirty="0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.</a:t>
            </a:r>
            <a:endParaRPr sz="2933" dirty="0">
              <a:solidFill>
                <a:schemeClr val="dk1"/>
              </a:solidFill>
              <a:latin typeface="Host Grotesk" panose="020B0504030402000203" pitchFamily="34" charset="0"/>
              <a:ea typeface="Rubik"/>
              <a:cs typeface="Rubik"/>
              <a:sym typeface="Rubik"/>
            </a:endParaRPr>
          </a:p>
          <a:p>
            <a:pPr marL="609585"/>
            <a:endParaRPr sz="2933" dirty="0">
              <a:solidFill>
                <a:schemeClr val="dk1"/>
              </a:solidFill>
              <a:latin typeface="Host Grotesk" panose="020B0504030402000203" pitchFamily="34" charset="0"/>
              <a:ea typeface="Rubik"/>
              <a:cs typeface="Rubik"/>
              <a:sym typeface="Rubik"/>
            </a:endParaRPr>
          </a:p>
        </p:txBody>
      </p:sp>
      <p:sp>
        <p:nvSpPr>
          <p:cNvPr id="148" name="Google Shape;148;p26"/>
          <p:cNvSpPr txBox="1"/>
          <p:nvPr/>
        </p:nvSpPr>
        <p:spPr>
          <a:xfrm>
            <a:off x="7591733" y="5459000"/>
            <a:ext cx="3966000" cy="2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endParaRPr sz="2400" b="1">
              <a:solidFill>
                <a:srgbClr val="37B558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pic>
        <p:nvPicPr>
          <p:cNvPr id="149" name="Google Shape;14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78300" y="809767"/>
            <a:ext cx="4545768" cy="4545768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6"/>
          <p:cNvSpPr txBox="1"/>
          <p:nvPr/>
        </p:nvSpPr>
        <p:spPr>
          <a:xfrm>
            <a:off x="8515268" y="5297959"/>
            <a:ext cx="32088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2400" i="1" dirty="0"/>
              <a:t>SI tomonidan tayyorlangan</a:t>
            </a:r>
            <a:endParaRPr sz="2400" i="1" dirty="0"/>
          </a:p>
        </p:txBody>
      </p:sp>
      <p:sp>
        <p:nvSpPr>
          <p:cNvPr id="2" name="Прямоугольник 7">
            <a:extLst>
              <a:ext uri="{FF2B5EF4-FFF2-40B4-BE49-F238E27FC236}">
                <a16:creationId xmlns:a16="http://schemas.microsoft.com/office/drawing/2014/main" id="{2369ACA1-92D8-252A-DE8E-B079F0AB250E}"/>
              </a:ext>
            </a:extLst>
          </p:cNvPr>
          <p:cNvSpPr/>
          <p:nvPr/>
        </p:nvSpPr>
        <p:spPr>
          <a:xfrm>
            <a:off x="0" y="6140797"/>
            <a:ext cx="12192000" cy="717202"/>
          </a:xfrm>
          <a:prstGeom prst="rect">
            <a:avLst/>
          </a:prstGeom>
          <a:solidFill>
            <a:srgbClr val="4AC0F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altLang="en-US" sz="24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3" name="Picture 2" descr="A logo on a black background&#10;&#10;Description automatically generated">
            <a:extLst>
              <a:ext uri="{FF2B5EF4-FFF2-40B4-BE49-F238E27FC236}">
                <a16:creationId xmlns:a16="http://schemas.microsoft.com/office/drawing/2014/main" id="{F27A888C-486B-2D6A-CF79-0F9F9A1EDF9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966" t="41761" r="13807" b="41509"/>
          <a:stretch/>
        </p:blipFill>
        <p:spPr>
          <a:xfrm>
            <a:off x="647701" y="579038"/>
            <a:ext cx="1921348" cy="471116"/>
          </a:xfrm>
          <a:prstGeom prst="rect">
            <a:avLst/>
          </a:prstGeom>
        </p:spPr>
      </p:pic>
      <p:pic>
        <p:nvPicPr>
          <p:cNvPr id="4" name="Picture 3" descr="A yellow star on a black background&#10;&#10;Description automatically generated">
            <a:extLst>
              <a:ext uri="{FF2B5EF4-FFF2-40B4-BE49-F238E27FC236}">
                <a16:creationId xmlns:a16="http://schemas.microsoft.com/office/drawing/2014/main" id="{27E51522-8800-C60F-81E6-A1DAC4AD13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80403" y="65527"/>
            <a:ext cx="838205" cy="838205"/>
          </a:xfrm>
          <a:prstGeom prst="rect">
            <a:avLst/>
          </a:prstGeom>
        </p:spPr>
      </p:pic>
      <p:graphicFrame>
        <p:nvGraphicFramePr>
          <p:cNvPr id="5" name="Объект 7">
            <a:extLst>
              <a:ext uri="{FF2B5EF4-FFF2-40B4-BE49-F238E27FC236}">
                <a16:creationId xmlns:a16="http://schemas.microsoft.com/office/drawing/2014/main" id="{168D5249-336D-5B0B-4880-2AD00C4D15E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54921321"/>
              </p:ext>
            </p:extLst>
          </p:nvPr>
        </p:nvGraphicFramePr>
        <p:xfrm>
          <a:off x="5902865" y="579038"/>
          <a:ext cx="58166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469900" imgH="624840" progId="CorelDraw.Graphic.25">
                  <p:embed/>
                </p:oleObj>
              </mc:Choice>
              <mc:Fallback>
                <p:oleObj r:id="rId6" imgW="469900" imgH="624840" progId="CorelDraw.Graphic.25">
                  <p:embed/>
                  <p:pic>
                    <p:nvPicPr>
                      <p:cNvPr id="11" name="Объект 7">
                        <a:extLst>
                          <a:ext uri="{FF2B5EF4-FFF2-40B4-BE49-F238E27FC236}">
                            <a16:creationId xmlns:a16="http://schemas.microsoft.com/office/drawing/2014/main" id="{1D88F465-E23E-1FEA-A56F-CE28E804888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902865" y="579038"/>
                        <a:ext cx="58166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Объект 13">
            <a:extLst>
              <a:ext uri="{FF2B5EF4-FFF2-40B4-BE49-F238E27FC236}">
                <a16:creationId xmlns:a16="http://schemas.microsoft.com/office/drawing/2014/main" id="{E2770D21-F82E-2F10-B37F-46AC4E22CBC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46966816"/>
              </p:ext>
            </p:extLst>
          </p:nvPr>
        </p:nvGraphicFramePr>
        <p:xfrm>
          <a:off x="6193695" y="2629747"/>
          <a:ext cx="852593" cy="7992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663575" imgH="618490" progId="CorelDraw.Graphic.25">
                  <p:embed/>
                </p:oleObj>
              </mc:Choice>
              <mc:Fallback>
                <p:oleObj r:id="rId8" imgW="663575" imgH="618490" progId="CorelDraw.Graphic.25">
                  <p:embed/>
                  <p:pic>
                    <p:nvPicPr>
                      <p:cNvPr id="12" name="Объект 13">
                        <a:extLst>
                          <a:ext uri="{FF2B5EF4-FFF2-40B4-BE49-F238E27FC236}">
                            <a16:creationId xmlns:a16="http://schemas.microsoft.com/office/drawing/2014/main" id="{1D5AA33D-5B8B-7001-5689-85C3C1CB6A6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193695" y="2629747"/>
                        <a:ext cx="852593" cy="79925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ru-RU"/>
              <a:t> </a:t>
            </a:r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>
          <a:xfrm>
            <a:off x="2725106" y="2017669"/>
            <a:ext cx="7180423" cy="1723240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4800" b="1" dirty="0" err="1">
                <a:solidFill>
                  <a:srgbClr val="00B0F0"/>
                </a:solidFill>
                <a:latin typeface="Host Grotesk" panose="020B0504030402000203" pitchFamily="34" charset="0"/>
                <a:ea typeface="Bitter"/>
                <a:cs typeface="Bitter"/>
                <a:sym typeface="Bitter"/>
              </a:rPr>
              <a:t>Boshqa</a:t>
            </a:r>
            <a:r>
              <a:rPr lang="en-US" sz="4800" b="1" dirty="0">
                <a:solidFill>
                  <a:srgbClr val="00B0F0"/>
                </a:solidFill>
                <a:latin typeface="Host Grotesk" panose="020B0504030402000203" pitchFamily="34" charset="0"/>
                <a:ea typeface="Bitter"/>
                <a:cs typeface="Bitter"/>
                <a:sym typeface="Bitter"/>
              </a:rPr>
              <a:t> </a:t>
            </a:r>
            <a:r>
              <a:rPr lang="en-US" sz="4800" b="1" dirty="0" err="1">
                <a:solidFill>
                  <a:srgbClr val="00B0F0"/>
                </a:solidFill>
                <a:latin typeface="Host Grotesk" panose="020B0504030402000203" pitchFamily="34" charset="0"/>
                <a:ea typeface="Bitter"/>
                <a:cs typeface="Bitter"/>
                <a:sym typeface="Bitter"/>
              </a:rPr>
              <a:t>nuqtai</a:t>
            </a:r>
            <a:r>
              <a:rPr lang="en-US" sz="4800" b="1" dirty="0">
                <a:solidFill>
                  <a:srgbClr val="00B0F0"/>
                </a:solidFill>
                <a:latin typeface="Host Grotesk" panose="020B0504030402000203" pitchFamily="34" charset="0"/>
                <a:ea typeface="Bitter"/>
                <a:cs typeface="Bitter"/>
                <a:sym typeface="Bitter"/>
              </a:rPr>
              <a:t> </a:t>
            </a:r>
            <a:r>
              <a:rPr lang="en-US" sz="4800" b="1" dirty="0" err="1">
                <a:solidFill>
                  <a:srgbClr val="00B0F0"/>
                </a:solidFill>
                <a:latin typeface="Host Grotesk" panose="020B0504030402000203" pitchFamily="34" charset="0"/>
                <a:ea typeface="Bitter"/>
                <a:cs typeface="Bitter"/>
                <a:sym typeface="Bitter"/>
              </a:rPr>
              <a:t>nazardan</a:t>
            </a:r>
            <a:r>
              <a:rPr lang="en-US" sz="4800" b="1" dirty="0">
                <a:solidFill>
                  <a:srgbClr val="00B0F0"/>
                </a:solidFill>
                <a:latin typeface="Host Grotesk" panose="020B0504030402000203" pitchFamily="34" charset="0"/>
                <a:ea typeface="Bitter"/>
                <a:cs typeface="Bitter"/>
                <a:sym typeface="Bitter"/>
              </a:rPr>
              <a:t> </a:t>
            </a:r>
            <a:r>
              <a:rPr lang="en-US" sz="4800" b="1" dirty="0" err="1">
                <a:solidFill>
                  <a:srgbClr val="00B0F0"/>
                </a:solidFill>
                <a:latin typeface="Host Grotesk" panose="020B0504030402000203" pitchFamily="34" charset="0"/>
                <a:ea typeface="Bitter"/>
                <a:cs typeface="Bitter"/>
                <a:sym typeface="Bitter"/>
              </a:rPr>
              <a:t>turib</a:t>
            </a:r>
            <a:r>
              <a:rPr lang="en-US" sz="4800" b="1" dirty="0">
                <a:solidFill>
                  <a:srgbClr val="00B0F0"/>
                </a:solidFill>
                <a:latin typeface="Host Grotesk" panose="020B0504030402000203" pitchFamily="34" charset="0"/>
                <a:ea typeface="Bitter"/>
                <a:cs typeface="Bitter"/>
                <a:sym typeface="Bitter"/>
              </a:rPr>
              <a:t> </a:t>
            </a:r>
            <a:r>
              <a:rPr lang="en-US" sz="4800" b="1" dirty="0" err="1">
                <a:solidFill>
                  <a:srgbClr val="00B0F0"/>
                </a:solidFill>
                <a:latin typeface="Host Grotesk" panose="020B0504030402000203" pitchFamily="34" charset="0"/>
                <a:ea typeface="Bitter"/>
                <a:cs typeface="Bitter"/>
                <a:sym typeface="Bitter"/>
              </a:rPr>
              <a:t>bahslashish</a:t>
            </a:r>
            <a:endParaRPr lang="en-US" sz="4800" b="1" dirty="0">
              <a:solidFill>
                <a:srgbClr val="00B0F0"/>
              </a:solidFill>
              <a:latin typeface="Host Grotesk" panose="020B0504030402000203" pitchFamily="34" charset="0"/>
              <a:ea typeface="Bitter"/>
              <a:cs typeface="Bitter"/>
              <a:sym typeface="Bitter"/>
            </a:endParaRPr>
          </a:p>
        </p:txBody>
      </p:sp>
      <p:pic>
        <p:nvPicPr>
          <p:cNvPr id="5" name="Picture 4" descr="A logo on a black background&#10;&#10;Description automatically generated">
            <a:extLst>
              <a:ext uri="{FF2B5EF4-FFF2-40B4-BE49-F238E27FC236}">
                <a16:creationId xmlns:a16="http://schemas.microsoft.com/office/drawing/2014/main" id="{BAE106D4-157A-C84A-46B9-0339A7A963D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966" t="41761" r="13807" b="41509"/>
          <a:stretch/>
        </p:blipFill>
        <p:spPr>
          <a:xfrm>
            <a:off x="647701" y="579038"/>
            <a:ext cx="1921348" cy="471116"/>
          </a:xfrm>
          <a:prstGeom prst="rect">
            <a:avLst/>
          </a:prstGeom>
        </p:spPr>
      </p:pic>
      <p:sp>
        <p:nvSpPr>
          <p:cNvPr id="11" name="Прямоугольник 7"/>
          <p:cNvSpPr/>
          <p:nvPr/>
        </p:nvSpPr>
        <p:spPr>
          <a:xfrm>
            <a:off x="0" y="6105235"/>
            <a:ext cx="12192000" cy="752764"/>
          </a:xfrm>
          <a:prstGeom prst="rect">
            <a:avLst/>
          </a:prstGeom>
          <a:solidFill>
            <a:srgbClr val="4AC0F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altLang="en-US" sz="24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9" name="Picture 8" descr="A yellow star on a black background&#10;&#10;Description automatically generated">
            <a:extLst>
              <a:ext uri="{FF2B5EF4-FFF2-40B4-BE49-F238E27FC236}">
                <a16:creationId xmlns:a16="http://schemas.microsoft.com/office/drawing/2014/main" id="{EA3CCFD4-FD09-39DB-B9B9-C553274B69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0403" y="65527"/>
            <a:ext cx="838205" cy="838205"/>
          </a:xfrm>
          <a:prstGeom prst="rect">
            <a:avLst/>
          </a:prstGeom>
        </p:spPr>
      </p:pic>
      <p:graphicFrame>
        <p:nvGraphicFramePr>
          <p:cNvPr id="14" name="Объект 7">
            <a:extLst>
              <a:ext uri="{FF2B5EF4-FFF2-40B4-BE49-F238E27FC236}">
                <a16:creationId xmlns:a16="http://schemas.microsoft.com/office/drawing/2014/main" id="{EA71442E-7379-D102-D9A2-4C5A459AB2B9}"/>
              </a:ext>
            </a:extLst>
          </p:cNvPr>
          <p:cNvGraphicFramePr/>
          <p:nvPr/>
        </p:nvGraphicFramePr>
        <p:xfrm>
          <a:off x="2278218" y="3075941"/>
          <a:ext cx="58166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469900" imgH="624840" progId="CorelDraw.Graphic.25">
                  <p:embed/>
                </p:oleObj>
              </mc:Choice>
              <mc:Fallback>
                <p:oleObj r:id="rId4" imgW="469900" imgH="624840" progId="CorelDraw.Graphic.25">
                  <p:embed/>
                  <p:pic>
                    <p:nvPicPr>
                      <p:cNvPr id="14" name="Объект 7">
                        <a:extLst>
                          <a:ext uri="{FF2B5EF4-FFF2-40B4-BE49-F238E27FC236}">
                            <a16:creationId xmlns:a16="http://schemas.microsoft.com/office/drawing/2014/main" id="{EA71442E-7379-D102-D9A2-4C5A459AB2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278218" y="3075941"/>
                        <a:ext cx="58166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Объект 13">
            <a:extLst>
              <a:ext uri="{FF2B5EF4-FFF2-40B4-BE49-F238E27FC236}">
                <a16:creationId xmlns:a16="http://schemas.microsoft.com/office/drawing/2014/main" id="{1D41705B-2A2E-C5A1-3E8C-F70818E209C1}"/>
              </a:ext>
            </a:extLst>
          </p:cNvPr>
          <p:cNvGraphicFramePr/>
          <p:nvPr/>
        </p:nvGraphicFramePr>
        <p:xfrm>
          <a:off x="9770757" y="2827872"/>
          <a:ext cx="852593" cy="7992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663575" imgH="618490" progId="CorelDraw.Graphic.25">
                  <p:embed/>
                </p:oleObj>
              </mc:Choice>
              <mc:Fallback>
                <p:oleObj r:id="rId6" imgW="663575" imgH="618490" progId="CorelDraw.Graphic.25">
                  <p:embed/>
                  <p:pic>
                    <p:nvPicPr>
                      <p:cNvPr id="15" name="Объект 13">
                        <a:extLst>
                          <a:ext uri="{FF2B5EF4-FFF2-40B4-BE49-F238E27FC236}">
                            <a16:creationId xmlns:a16="http://schemas.microsoft.com/office/drawing/2014/main" id="{1D41705B-2A2E-C5A1-3E8C-F70818E209C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770757" y="2827872"/>
                        <a:ext cx="852593" cy="79925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6" descr="A black and blue outline of a couple of podiums&#10;&#10;Description automatically generated">
            <a:extLst>
              <a:ext uri="{FF2B5EF4-FFF2-40B4-BE49-F238E27FC236}">
                <a16:creationId xmlns:a16="http://schemas.microsoft.com/office/drawing/2014/main" id="{27BA2A1A-000D-2733-3D1D-DC860952FD6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6022" y="3408043"/>
            <a:ext cx="2697192" cy="269719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160;p28">
            <a:extLst>
              <a:ext uri="{FF2B5EF4-FFF2-40B4-BE49-F238E27FC236}">
                <a16:creationId xmlns:a16="http://schemas.microsoft.com/office/drawing/2014/main" id="{78C3496F-75C2-91FD-80EA-560D5634BF9B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204070" y="1519005"/>
            <a:ext cx="3241265" cy="4195813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161;p28">
            <a:extLst>
              <a:ext uri="{FF2B5EF4-FFF2-40B4-BE49-F238E27FC236}">
                <a16:creationId xmlns:a16="http://schemas.microsoft.com/office/drawing/2014/main" id="{4DAA7436-A198-6854-CC1E-93DB5D1294BD}"/>
              </a:ext>
            </a:extLst>
          </p:cNvPr>
          <p:cNvSpPr txBox="1">
            <a:spLocks/>
          </p:cNvSpPr>
          <p:nvPr/>
        </p:nvSpPr>
        <p:spPr>
          <a:xfrm>
            <a:off x="2278218" y="497738"/>
            <a:ext cx="9710581" cy="17984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" sz="4000" dirty="0">
                <a:solidFill>
                  <a:srgbClr val="00B0F0"/>
                </a:solidFill>
                <a:latin typeface="Host Grotesk" panose="020B0504030402000203" pitchFamily="34" charset="0"/>
                <a:ea typeface="Bitter Medium"/>
                <a:cs typeface="Bitter Medium"/>
                <a:sym typeface="Bitter Medium"/>
              </a:rPr>
              <a:t>Bahs</a:t>
            </a:r>
            <a:r>
              <a:rPr lang="en" sz="4000" dirty="0">
                <a:solidFill>
                  <a:srgbClr val="EF4523"/>
                </a:solidFill>
                <a:latin typeface="Host Grotesk" panose="020B0504030402000203" pitchFamily="34" charset="0"/>
                <a:ea typeface="Bitter Medium"/>
                <a:cs typeface="Bitter Medium"/>
                <a:sym typeface="Bitter Medium"/>
              </a:rPr>
              <a:t> </a:t>
            </a:r>
            <a:r>
              <a:rPr lang="en" sz="4000" dirty="0">
                <a:latin typeface="Host Grotesk" panose="020B0504030402000203" pitchFamily="34" charset="0"/>
                <a:ea typeface="Bitter Medium"/>
                <a:cs typeface="Bitter Medium"/>
                <a:sym typeface="Bitter Medium"/>
              </a:rPr>
              <a:t>nima? U qanday qilinadi?</a:t>
            </a:r>
            <a:br>
              <a:rPr lang="en" dirty="0">
                <a:latin typeface="Host Grotesk" panose="020B0504030402000203" pitchFamily="34" charset="0"/>
                <a:ea typeface="Bitter Medium"/>
                <a:cs typeface="Bitter Medium"/>
                <a:sym typeface="Bitter Medium"/>
              </a:rPr>
            </a:br>
            <a:r>
              <a:rPr lang="en-US" sz="2667" i="1" dirty="0" err="1">
                <a:solidFill>
                  <a:schemeClr val="dk1"/>
                </a:solidFill>
                <a:latin typeface="Host Grotesk" panose="020B0504030402000203" pitchFamily="34" charset="0"/>
                <a:ea typeface="Bitter"/>
                <a:cs typeface="Bitter"/>
                <a:sym typeface="Bitter"/>
              </a:rPr>
              <a:t>Odamlar</a:t>
            </a:r>
            <a:r>
              <a:rPr lang="en-US" sz="2667" i="1" dirty="0">
                <a:solidFill>
                  <a:schemeClr val="dk1"/>
                </a:solidFill>
                <a:latin typeface="Host Grotesk" panose="020B0504030402000203" pitchFamily="34" charset="0"/>
                <a:ea typeface="Bitter"/>
                <a:cs typeface="Bitter"/>
                <a:sym typeface="Bitter"/>
              </a:rPr>
              <a:t> </a:t>
            </a:r>
            <a:r>
              <a:rPr lang="en-US" sz="2667" i="1" dirty="0" err="1">
                <a:solidFill>
                  <a:schemeClr val="dk1"/>
                </a:solidFill>
                <a:latin typeface="Host Grotesk" panose="020B0504030402000203" pitchFamily="34" charset="0"/>
                <a:ea typeface="Bitter"/>
                <a:cs typeface="Bitter"/>
                <a:sym typeface="Bitter"/>
              </a:rPr>
              <a:t>turli</a:t>
            </a:r>
            <a:r>
              <a:rPr lang="en-US" sz="2667" i="1" dirty="0">
                <a:solidFill>
                  <a:schemeClr val="dk1"/>
                </a:solidFill>
                <a:latin typeface="Host Grotesk" panose="020B0504030402000203" pitchFamily="34" charset="0"/>
                <a:ea typeface="Bitter"/>
                <a:cs typeface="Bitter"/>
                <a:sym typeface="Bitter"/>
              </a:rPr>
              <a:t> </a:t>
            </a:r>
            <a:r>
              <a:rPr lang="en-US" sz="2667" i="1" dirty="0" err="1">
                <a:solidFill>
                  <a:schemeClr val="dk1"/>
                </a:solidFill>
                <a:latin typeface="Host Grotesk" panose="020B0504030402000203" pitchFamily="34" charset="0"/>
                <a:ea typeface="Bitter"/>
                <a:cs typeface="Bitter"/>
                <a:sym typeface="Bitter"/>
              </a:rPr>
              <a:t>fikrlarni</a:t>
            </a:r>
            <a:r>
              <a:rPr lang="en-US" sz="2667" i="1" dirty="0">
                <a:solidFill>
                  <a:schemeClr val="dk1"/>
                </a:solidFill>
                <a:latin typeface="Host Grotesk" panose="020B0504030402000203" pitchFamily="34" charset="0"/>
                <a:ea typeface="Bitter"/>
                <a:cs typeface="Bitter"/>
                <a:sym typeface="Bitter"/>
              </a:rPr>
              <a:t> </a:t>
            </a:r>
            <a:r>
              <a:rPr lang="en-US" sz="2667" i="1" dirty="0" err="1">
                <a:solidFill>
                  <a:schemeClr val="dk1"/>
                </a:solidFill>
                <a:latin typeface="Host Grotesk" panose="020B0504030402000203" pitchFamily="34" charset="0"/>
                <a:ea typeface="Bitter"/>
                <a:cs typeface="Bitter"/>
                <a:sym typeface="Bitter"/>
              </a:rPr>
              <a:t>o'zaro</a:t>
            </a:r>
            <a:r>
              <a:rPr lang="en-US" sz="2667" i="1" dirty="0">
                <a:solidFill>
                  <a:schemeClr val="dk1"/>
                </a:solidFill>
                <a:latin typeface="Host Grotesk" panose="020B0504030402000203" pitchFamily="34" charset="0"/>
                <a:ea typeface="Bitter"/>
                <a:cs typeface="Bitter"/>
                <a:sym typeface="Bitter"/>
              </a:rPr>
              <a:t> </a:t>
            </a:r>
            <a:r>
              <a:rPr lang="en-US" sz="2667" i="1" dirty="0" err="1">
                <a:solidFill>
                  <a:schemeClr val="dk1"/>
                </a:solidFill>
                <a:latin typeface="Host Grotesk" panose="020B0504030402000203" pitchFamily="34" charset="0"/>
                <a:ea typeface="Bitter"/>
                <a:cs typeface="Bitter"/>
                <a:sym typeface="Bitter"/>
              </a:rPr>
              <a:t>baham</a:t>
            </a:r>
            <a:r>
              <a:rPr lang="en-US" sz="2667" i="1" dirty="0">
                <a:solidFill>
                  <a:schemeClr val="dk1"/>
                </a:solidFill>
                <a:latin typeface="Host Grotesk" panose="020B0504030402000203" pitchFamily="34" charset="0"/>
                <a:ea typeface="Bitter"/>
                <a:cs typeface="Bitter"/>
                <a:sym typeface="Bitter"/>
              </a:rPr>
              <a:t> </a:t>
            </a:r>
            <a:r>
              <a:rPr lang="en-US" sz="2667" i="1" dirty="0" err="1">
                <a:solidFill>
                  <a:schemeClr val="dk1"/>
                </a:solidFill>
                <a:latin typeface="Host Grotesk" panose="020B0504030402000203" pitchFamily="34" charset="0"/>
                <a:ea typeface="Bitter"/>
                <a:cs typeface="Bitter"/>
                <a:sym typeface="Bitter"/>
              </a:rPr>
              <a:t>ko'radigan</a:t>
            </a:r>
            <a:r>
              <a:rPr lang="en-US" sz="2667" i="1" dirty="0">
                <a:solidFill>
                  <a:schemeClr val="dk1"/>
                </a:solidFill>
                <a:latin typeface="Host Grotesk" panose="020B0504030402000203" pitchFamily="34" charset="0"/>
                <a:ea typeface="Bitter"/>
                <a:cs typeface="Bitter"/>
                <a:sym typeface="Bitter"/>
              </a:rPr>
              <a:t> </a:t>
            </a:r>
            <a:r>
              <a:rPr lang="en-US" sz="2667" i="1" dirty="0" err="1">
                <a:solidFill>
                  <a:schemeClr val="dk1"/>
                </a:solidFill>
                <a:latin typeface="Host Grotesk" panose="020B0504030402000203" pitchFamily="34" charset="0"/>
                <a:ea typeface="Bitter"/>
                <a:cs typeface="Bitter"/>
                <a:sym typeface="Bitter"/>
              </a:rPr>
              <a:t>va</a:t>
            </a:r>
            <a:r>
              <a:rPr lang="en-US" sz="2667" i="1" dirty="0">
                <a:solidFill>
                  <a:schemeClr val="dk1"/>
                </a:solidFill>
                <a:latin typeface="Host Grotesk" panose="020B0504030402000203" pitchFamily="34" charset="0"/>
                <a:ea typeface="Bitter"/>
                <a:cs typeface="Bitter"/>
                <a:sym typeface="Bitter"/>
              </a:rPr>
              <a:t> </a:t>
            </a:r>
            <a:r>
              <a:rPr lang="en-US" sz="2667" i="1" dirty="0" err="1">
                <a:solidFill>
                  <a:schemeClr val="dk1"/>
                </a:solidFill>
                <a:latin typeface="Host Grotesk" panose="020B0504030402000203" pitchFamily="34" charset="0"/>
                <a:ea typeface="Bitter"/>
                <a:cs typeface="Bitter"/>
                <a:sym typeface="Bitter"/>
              </a:rPr>
              <a:t>muhokama</a:t>
            </a:r>
            <a:r>
              <a:rPr lang="en-US" sz="2667" i="1" dirty="0">
                <a:solidFill>
                  <a:schemeClr val="dk1"/>
                </a:solidFill>
                <a:latin typeface="Host Grotesk" panose="020B0504030402000203" pitchFamily="34" charset="0"/>
                <a:ea typeface="Bitter"/>
                <a:cs typeface="Bitter"/>
                <a:sym typeface="Bitter"/>
              </a:rPr>
              <a:t> </a:t>
            </a:r>
            <a:r>
              <a:rPr lang="en-US" sz="2667" i="1" dirty="0" err="1">
                <a:solidFill>
                  <a:schemeClr val="dk1"/>
                </a:solidFill>
                <a:latin typeface="Host Grotesk" panose="020B0504030402000203" pitchFamily="34" charset="0"/>
                <a:ea typeface="Bitter"/>
                <a:cs typeface="Bitter"/>
                <a:sym typeface="Bitter"/>
              </a:rPr>
              <a:t>qiladigan</a:t>
            </a:r>
            <a:r>
              <a:rPr lang="en-US" sz="2667" i="1" dirty="0">
                <a:solidFill>
                  <a:schemeClr val="dk1"/>
                </a:solidFill>
                <a:latin typeface="Host Grotesk" panose="020B0504030402000203" pitchFamily="34" charset="0"/>
                <a:ea typeface="Bitter"/>
                <a:cs typeface="Bitter"/>
                <a:sym typeface="Bitter"/>
              </a:rPr>
              <a:t> "</a:t>
            </a:r>
            <a:r>
              <a:rPr lang="en-US" sz="2667" i="1" dirty="0" err="1">
                <a:solidFill>
                  <a:schemeClr val="dk1"/>
                </a:solidFill>
                <a:latin typeface="Host Grotesk" panose="020B0504030402000203" pitchFamily="34" charset="0"/>
                <a:ea typeface="Bitter"/>
                <a:cs typeface="Bitter"/>
                <a:sym typeface="Bitter"/>
              </a:rPr>
              <a:t>do’stona</a:t>
            </a:r>
            <a:r>
              <a:rPr lang="en-US" sz="2667" i="1" dirty="0">
                <a:solidFill>
                  <a:schemeClr val="dk1"/>
                </a:solidFill>
                <a:latin typeface="Host Grotesk" panose="020B0504030402000203" pitchFamily="34" charset="0"/>
                <a:ea typeface="Bitter"/>
                <a:cs typeface="Bitter"/>
                <a:sym typeface="Bitter"/>
              </a:rPr>
              <a:t>" </a:t>
            </a:r>
            <a:r>
              <a:rPr lang="en-US" sz="2667" i="1" dirty="0" err="1">
                <a:solidFill>
                  <a:schemeClr val="dk1"/>
                </a:solidFill>
                <a:latin typeface="Host Grotesk" panose="020B0504030402000203" pitchFamily="34" charset="0"/>
                <a:ea typeface="Bitter"/>
                <a:cs typeface="Bitter"/>
                <a:sym typeface="Bitter"/>
              </a:rPr>
              <a:t>muloqot</a:t>
            </a:r>
            <a:r>
              <a:rPr lang="en-US" sz="2667" i="1" dirty="0">
                <a:solidFill>
                  <a:schemeClr val="dk1"/>
                </a:solidFill>
                <a:latin typeface="Host Grotesk" panose="020B0504030402000203" pitchFamily="34" charset="0"/>
                <a:ea typeface="Bitter"/>
                <a:cs typeface="Bitter"/>
                <a:sym typeface="Bitter"/>
              </a:rPr>
              <a:t>.</a:t>
            </a:r>
            <a:r>
              <a:rPr lang="en-US" dirty="0">
                <a:latin typeface="Host Grotesk" panose="020B0504030402000203" pitchFamily="34" charset="0"/>
              </a:rPr>
              <a:t> </a:t>
            </a:r>
          </a:p>
        </p:txBody>
      </p:sp>
      <p:sp>
        <p:nvSpPr>
          <p:cNvPr id="9" name="Google Shape;162;p28">
            <a:extLst>
              <a:ext uri="{FF2B5EF4-FFF2-40B4-BE49-F238E27FC236}">
                <a16:creationId xmlns:a16="http://schemas.microsoft.com/office/drawing/2014/main" id="{4ADECE34-44D7-2B13-5CD7-B6D2E71AC66F}"/>
              </a:ext>
            </a:extLst>
          </p:cNvPr>
          <p:cNvSpPr txBox="1">
            <a:spLocks/>
          </p:cNvSpPr>
          <p:nvPr/>
        </p:nvSpPr>
        <p:spPr>
          <a:xfrm>
            <a:off x="203201" y="1967200"/>
            <a:ext cx="9516659" cy="4195813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dirty="0" err="1">
                <a:solidFill>
                  <a:schemeClr val="dk1"/>
                </a:solidFill>
                <a:latin typeface="Host Grotesk" panose="020B0504030402000203" pitchFamily="34" charset="0"/>
              </a:rPr>
              <a:t>Masalan</a:t>
            </a:r>
            <a:r>
              <a:rPr lang="en-US" sz="2000" dirty="0">
                <a:solidFill>
                  <a:schemeClr val="dk1"/>
                </a:solidFill>
                <a:latin typeface="Host Grotesk" panose="020B0504030402000203" pitchFamily="34" charset="0"/>
              </a:rPr>
              <a:t>, agar </a:t>
            </a:r>
            <a:r>
              <a:rPr lang="en-US" sz="2000" dirty="0" err="1">
                <a:solidFill>
                  <a:schemeClr val="dk1"/>
                </a:solidFill>
                <a:latin typeface="Host Grotesk" panose="020B0504030402000203" pitchFamily="34" charset="0"/>
              </a:rPr>
              <a:t>siz</a:t>
            </a:r>
            <a:r>
              <a:rPr lang="en-US" sz="2000" dirty="0">
                <a:solidFill>
                  <a:schemeClr val="dk1"/>
                </a:solidFill>
                <a:latin typeface="Host Grotesk" panose="020B0504030402000203" pitchFamily="34" charset="0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Host Grotesk" panose="020B0504030402000203" pitchFamily="34" charset="0"/>
              </a:rPr>
              <a:t>quyidagi</a:t>
            </a:r>
            <a:r>
              <a:rPr lang="en-US" sz="2000" dirty="0">
                <a:solidFill>
                  <a:schemeClr val="dk1"/>
                </a:solidFill>
                <a:latin typeface="Host Grotesk" panose="020B0504030402000203" pitchFamily="34" charset="0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Host Grotesk" panose="020B0504030402000203" pitchFamily="34" charset="0"/>
              </a:rPr>
              <a:t>fikrga</a:t>
            </a:r>
            <a:r>
              <a:rPr lang="en-US" sz="2000" dirty="0">
                <a:solidFill>
                  <a:schemeClr val="dk1"/>
                </a:solidFill>
                <a:latin typeface="Host Grotesk" panose="020B0504030402000203" pitchFamily="34" charset="0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Host Grotesk" panose="020B0504030402000203" pitchFamily="34" charset="0"/>
              </a:rPr>
              <a:t>qo‘shilsangiz</a:t>
            </a:r>
            <a:r>
              <a:rPr lang="en-US" sz="2000" dirty="0">
                <a:solidFill>
                  <a:schemeClr val="dk1"/>
                </a:solidFill>
                <a:latin typeface="Host Grotesk" panose="020B0504030402000203" pitchFamily="34" charset="0"/>
              </a:rPr>
              <a:t>: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000" dirty="0">
              <a:solidFill>
                <a:schemeClr val="dk1"/>
              </a:solidFill>
              <a:latin typeface="Host Grotesk" panose="020B0504030402000203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 dirty="0">
                <a:solidFill>
                  <a:schemeClr val="dk1"/>
                </a:solidFill>
                <a:latin typeface="Host Grotesk" panose="020B0504030402000203" pitchFamily="34" charset="0"/>
              </a:rPr>
              <a:t>“</a:t>
            </a:r>
            <a:r>
              <a:rPr lang="en-US" sz="2000" dirty="0" err="1">
                <a:solidFill>
                  <a:schemeClr val="dk1"/>
                </a:solidFill>
                <a:latin typeface="Host Grotesk" panose="020B0504030402000203" pitchFamily="34" charset="0"/>
              </a:rPr>
              <a:t>O‘quvchilarga</a:t>
            </a:r>
            <a:r>
              <a:rPr lang="en-US" sz="2000" dirty="0">
                <a:solidFill>
                  <a:schemeClr val="dk1"/>
                </a:solidFill>
                <a:latin typeface="Host Grotesk" panose="020B0504030402000203" pitchFamily="34" charset="0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Host Grotesk" panose="020B0504030402000203" pitchFamily="34" charset="0"/>
              </a:rPr>
              <a:t>maktabdan</a:t>
            </a:r>
            <a:r>
              <a:rPr lang="en-US" sz="2000" dirty="0">
                <a:solidFill>
                  <a:schemeClr val="dk1"/>
                </a:solidFill>
                <a:latin typeface="Host Grotesk" panose="020B0504030402000203" pitchFamily="34" charset="0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Host Grotesk" panose="020B0504030402000203" pitchFamily="34" charset="0"/>
              </a:rPr>
              <a:t>keyin</a:t>
            </a:r>
            <a:r>
              <a:rPr lang="en-US" sz="2000" dirty="0">
                <a:solidFill>
                  <a:schemeClr val="dk1"/>
                </a:solidFill>
                <a:latin typeface="Host Grotesk" panose="020B0504030402000203" pitchFamily="34" charset="0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Host Grotesk" panose="020B0504030402000203" pitchFamily="34" charset="0"/>
              </a:rPr>
              <a:t>uyga</a:t>
            </a:r>
            <a:r>
              <a:rPr lang="en-US" sz="2000" dirty="0">
                <a:solidFill>
                  <a:schemeClr val="dk1"/>
                </a:solidFill>
                <a:latin typeface="Host Grotesk" panose="020B0504030402000203" pitchFamily="34" charset="0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Host Grotesk" panose="020B0504030402000203" pitchFamily="34" charset="0"/>
              </a:rPr>
              <a:t>vazifa</a:t>
            </a:r>
            <a:r>
              <a:rPr lang="en-US" sz="2000" dirty="0">
                <a:solidFill>
                  <a:schemeClr val="dk1"/>
                </a:solidFill>
                <a:latin typeface="Host Grotesk" panose="020B0504030402000203" pitchFamily="34" charset="0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Host Grotesk" panose="020B0504030402000203" pitchFamily="34" charset="0"/>
              </a:rPr>
              <a:t>berilmasligi</a:t>
            </a:r>
            <a:r>
              <a:rPr lang="en-US" sz="2000" dirty="0">
                <a:solidFill>
                  <a:schemeClr val="dk1"/>
                </a:solidFill>
                <a:latin typeface="Host Grotesk" panose="020B0504030402000203" pitchFamily="34" charset="0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Host Grotesk" panose="020B0504030402000203" pitchFamily="34" charset="0"/>
              </a:rPr>
              <a:t>kerak</a:t>
            </a:r>
            <a:r>
              <a:rPr lang="en-US" sz="2000" dirty="0">
                <a:solidFill>
                  <a:schemeClr val="dk1"/>
                </a:solidFill>
                <a:latin typeface="Host Grotesk" panose="020B0504030402000203" pitchFamily="34" charset="0"/>
              </a:rPr>
              <a:t>”,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 dirty="0" err="1">
                <a:solidFill>
                  <a:schemeClr val="dk1"/>
                </a:solidFill>
                <a:latin typeface="Host Grotesk" panose="020B0504030402000203" pitchFamily="34" charset="0"/>
              </a:rPr>
              <a:t>demak</a:t>
            </a:r>
            <a:r>
              <a:rPr lang="en-US" sz="2000" dirty="0">
                <a:solidFill>
                  <a:schemeClr val="dk1"/>
                </a:solidFill>
                <a:latin typeface="Host Grotesk" panose="020B0504030402000203" pitchFamily="34" charset="0"/>
              </a:rPr>
              <a:t>, </a:t>
            </a:r>
            <a:r>
              <a:rPr lang="en-US" sz="2000" dirty="0" err="1">
                <a:solidFill>
                  <a:schemeClr val="dk1"/>
                </a:solidFill>
                <a:latin typeface="Host Grotesk" panose="020B0504030402000203" pitchFamily="34" charset="0"/>
              </a:rPr>
              <a:t>siz</a:t>
            </a:r>
            <a:r>
              <a:rPr lang="en-US" sz="2000" dirty="0">
                <a:solidFill>
                  <a:schemeClr val="dk1"/>
                </a:solidFill>
                <a:latin typeface="Host Grotesk" panose="020B0504030402000203" pitchFamily="34" charset="0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Host Grotesk" panose="020B0504030402000203" pitchFamily="34" charset="0"/>
              </a:rPr>
              <a:t>bu</a:t>
            </a:r>
            <a:r>
              <a:rPr lang="en-US" sz="2000" dirty="0">
                <a:solidFill>
                  <a:schemeClr val="dk1"/>
                </a:solidFill>
                <a:latin typeface="Host Grotesk" panose="020B0504030402000203" pitchFamily="34" charset="0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Host Grotesk" panose="020B0504030402000203" pitchFamily="34" charset="0"/>
              </a:rPr>
              <a:t>bayonotni</a:t>
            </a:r>
            <a:r>
              <a:rPr lang="en-US" sz="2000" dirty="0">
                <a:solidFill>
                  <a:schemeClr val="dk1"/>
                </a:solidFill>
                <a:latin typeface="Host Grotesk" panose="020B0504030402000203" pitchFamily="34" charset="0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Host Grotesk" panose="020B0504030402000203" pitchFamily="34" charset="0"/>
              </a:rPr>
              <a:t>qo'llaysiz</a:t>
            </a:r>
            <a:r>
              <a:rPr lang="en-US" sz="2000" dirty="0">
                <a:solidFill>
                  <a:schemeClr val="dk1"/>
                </a:solidFill>
                <a:latin typeface="Host Grotesk" panose="020B0504030402000203" pitchFamily="34" charset="0"/>
              </a:rPr>
              <a:t>, </a:t>
            </a:r>
            <a:r>
              <a:rPr lang="en-US" sz="2000" dirty="0" err="1">
                <a:solidFill>
                  <a:schemeClr val="dk1"/>
                </a:solidFill>
                <a:latin typeface="Host Grotesk" panose="020B0504030402000203" pitchFamily="34" charset="0"/>
              </a:rPr>
              <a:t>ya’ni</a:t>
            </a:r>
            <a:r>
              <a:rPr lang="en-US" sz="2000" dirty="0">
                <a:solidFill>
                  <a:schemeClr val="dk1"/>
                </a:solidFill>
                <a:latin typeface="Host Grotesk" panose="020B0504030402000203" pitchFamily="34" charset="0"/>
              </a:rPr>
              <a:t> “ha” </a:t>
            </a:r>
            <a:r>
              <a:rPr lang="en-US" sz="2000" dirty="0" err="1">
                <a:solidFill>
                  <a:schemeClr val="dk1"/>
                </a:solidFill>
                <a:latin typeface="Host Grotesk" panose="020B0504030402000203" pitchFamily="34" charset="0"/>
              </a:rPr>
              <a:t>tomonda</a:t>
            </a:r>
            <a:r>
              <a:rPr lang="en-US" sz="2000" dirty="0">
                <a:solidFill>
                  <a:schemeClr val="dk1"/>
                </a:solidFill>
                <a:latin typeface="Host Grotesk" panose="020B0504030402000203" pitchFamily="34" charset="0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Host Grotesk" panose="020B0504030402000203" pitchFamily="34" charset="0"/>
              </a:rPr>
              <a:t>turibsiz</a:t>
            </a:r>
            <a:r>
              <a:rPr lang="en-US" sz="2000" dirty="0">
                <a:solidFill>
                  <a:schemeClr val="dk1"/>
                </a:solidFill>
                <a:latin typeface="Host Grotesk" panose="020B0504030402000203" pitchFamily="34" charset="0"/>
              </a:rPr>
              <a:t>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 dirty="0" err="1">
                <a:solidFill>
                  <a:schemeClr val="dk1"/>
                </a:solidFill>
                <a:latin typeface="Host Grotesk" panose="020B0504030402000203" pitchFamily="34" charset="0"/>
              </a:rPr>
              <a:t>Shunda</a:t>
            </a:r>
            <a:r>
              <a:rPr lang="en-US" sz="2000" dirty="0">
                <a:solidFill>
                  <a:schemeClr val="dk1"/>
                </a:solidFill>
                <a:latin typeface="Host Grotesk" panose="020B0504030402000203" pitchFamily="34" charset="0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Host Grotesk" panose="020B0504030402000203" pitchFamily="34" charset="0"/>
              </a:rPr>
              <a:t>bu</a:t>
            </a:r>
            <a:r>
              <a:rPr lang="en-US" sz="2000" dirty="0">
                <a:solidFill>
                  <a:schemeClr val="dk1"/>
                </a:solidFill>
                <a:latin typeface="Host Grotesk" panose="020B0504030402000203" pitchFamily="34" charset="0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Host Grotesk" panose="020B0504030402000203" pitchFamily="34" charset="0"/>
              </a:rPr>
              <a:t>fikrni</a:t>
            </a:r>
            <a:r>
              <a:rPr lang="en-US" sz="2000" dirty="0">
                <a:solidFill>
                  <a:schemeClr val="dk1"/>
                </a:solidFill>
                <a:latin typeface="Host Grotesk" panose="020B0504030402000203" pitchFamily="34" charset="0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Host Grotesk" panose="020B0504030402000203" pitchFamily="34" charset="0"/>
              </a:rPr>
              <a:t>nega</a:t>
            </a:r>
            <a:r>
              <a:rPr lang="en-US" sz="2000" dirty="0">
                <a:solidFill>
                  <a:schemeClr val="dk1"/>
                </a:solidFill>
                <a:latin typeface="Host Grotesk" panose="020B0504030402000203" pitchFamily="34" charset="0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Host Grotesk" panose="020B0504030402000203" pitchFamily="34" charset="0"/>
              </a:rPr>
              <a:t>qo‘llab-quvvatlashingizni</a:t>
            </a:r>
            <a:r>
              <a:rPr lang="en-US" sz="2000" dirty="0">
                <a:solidFill>
                  <a:schemeClr val="dk1"/>
                </a:solidFill>
                <a:latin typeface="Host Grotesk" panose="020B0504030402000203" pitchFamily="34" charset="0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Host Grotesk" panose="020B0504030402000203" pitchFamily="34" charset="0"/>
              </a:rPr>
              <a:t>izohlab</a:t>
            </a:r>
            <a:r>
              <a:rPr lang="en-US" sz="2000" dirty="0">
                <a:solidFill>
                  <a:schemeClr val="dk1"/>
                </a:solidFill>
                <a:latin typeface="Host Grotesk" panose="020B0504030402000203" pitchFamily="34" charset="0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Host Grotesk" panose="020B0504030402000203" pitchFamily="34" charset="0"/>
              </a:rPr>
              <a:t>berishingiz</a:t>
            </a:r>
            <a:r>
              <a:rPr lang="en-US" sz="2000" dirty="0">
                <a:solidFill>
                  <a:schemeClr val="dk1"/>
                </a:solidFill>
                <a:latin typeface="Host Grotesk" panose="020B0504030402000203" pitchFamily="34" charset="0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Host Grotesk" panose="020B0504030402000203" pitchFamily="34" charset="0"/>
              </a:rPr>
              <a:t>kerak</a:t>
            </a:r>
            <a:r>
              <a:rPr lang="en-US" sz="2000" dirty="0">
                <a:solidFill>
                  <a:schemeClr val="dk1"/>
                </a:solidFill>
                <a:latin typeface="Host Grotesk" panose="020B0504030402000203" pitchFamily="34" charset="0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Host Grotesk" panose="020B0504030402000203" pitchFamily="34" charset="0"/>
              </a:rPr>
              <a:t>bo'ladi</a:t>
            </a:r>
            <a:r>
              <a:rPr lang="en-US" sz="2000" dirty="0">
                <a:solidFill>
                  <a:schemeClr val="dk1"/>
                </a:solidFill>
                <a:latin typeface="Host Grotesk" panose="020B0504030402000203" pitchFamily="34" charset="0"/>
              </a:rPr>
              <a:t>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000" dirty="0">
              <a:solidFill>
                <a:schemeClr val="dk1"/>
              </a:solidFill>
              <a:latin typeface="Host Grotesk" panose="020B0504030402000203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 dirty="0" err="1">
                <a:solidFill>
                  <a:schemeClr val="dk1"/>
                </a:solidFill>
                <a:latin typeface="Host Grotesk" panose="020B0504030402000203" pitchFamily="34" charset="0"/>
              </a:rPr>
              <a:t>Ba’zida</a:t>
            </a:r>
            <a:r>
              <a:rPr lang="en-US" sz="2000" dirty="0">
                <a:solidFill>
                  <a:schemeClr val="dk1"/>
                </a:solidFill>
                <a:latin typeface="Host Grotesk" panose="020B0504030402000203" pitchFamily="34" charset="0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Host Grotesk" panose="020B0504030402000203" pitchFamily="34" charset="0"/>
              </a:rPr>
              <a:t>jamoalar</a:t>
            </a:r>
            <a:r>
              <a:rPr lang="en-US" sz="2000" dirty="0">
                <a:solidFill>
                  <a:schemeClr val="dk1"/>
                </a:solidFill>
                <a:latin typeface="Host Grotesk" panose="020B0504030402000203" pitchFamily="34" charset="0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Host Grotesk" panose="020B0504030402000203" pitchFamily="34" charset="0"/>
              </a:rPr>
              <a:t>ma’lum</a:t>
            </a:r>
            <a:r>
              <a:rPr lang="en-US" sz="2000" dirty="0">
                <a:solidFill>
                  <a:schemeClr val="dk1"/>
                </a:solidFill>
                <a:latin typeface="Host Grotesk" panose="020B0504030402000203" pitchFamily="34" charset="0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Host Grotesk" panose="020B0504030402000203" pitchFamily="34" charset="0"/>
              </a:rPr>
              <a:t>bir</a:t>
            </a:r>
            <a:r>
              <a:rPr lang="en-US" sz="2000" dirty="0">
                <a:solidFill>
                  <a:schemeClr val="dk1"/>
                </a:solidFill>
                <a:latin typeface="Host Grotesk" panose="020B0504030402000203" pitchFamily="34" charset="0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Host Grotesk" panose="020B0504030402000203" pitchFamily="34" charset="0"/>
              </a:rPr>
              <a:t>bayonot</a:t>
            </a:r>
            <a:r>
              <a:rPr lang="en-US" sz="2000" dirty="0">
                <a:solidFill>
                  <a:schemeClr val="dk1"/>
                </a:solidFill>
                <a:latin typeface="Host Grotesk" panose="020B0504030402000203" pitchFamily="34" charset="0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Host Grotesk" panose="020B0504030402000203" pitchFamily="34" charset="0"/>
              </a:rPr>
              <a:t>bo‘yicha</a:t>
            </a:r>
            <a:r>
              <a:rPr lang="en-US" sz="2000" dirty="0">
                <a:solidFill>
                  <a:schemeClr val="dk1"/>
                </a:solidFill>
                <a:latin typeface="Host Grotesk" panose="020B0504030402000203" pitchFamily="34" charset="0"/>
              </a:rPr>
              <a:t> “ha” (</a:t>
            </a:r>
            <a:r>
              <a:rPr lang="en-US" sz="2000" dirty="0" err="1">
                <a:solidFill>
                  <a:schemeClr val="dk1"/>
                </a:solidFill>
                <a:latin typeface="Host Grotesk" panose="020B0504030402000203" pitchFamily="34" charset="0"/>
              </a:rPr>
              <a:t>tarafdor</a:t>
            </a:r>
            <a:r>
              <a:rPr lang="en-US" sz="2000" dirty="0">
                <a:solidFill>
                  <a:schemeClr val="dk1"/>
                </a:solidFill>
                <a:latin typeface="Host Grotesk" panose="020B0504030402000203" pitchFamily="34" charset="0"/>
              </a:rPr>
              <a:t>) </a:t>
            </a:r>
            <a:r>
              <a:rPr lang="en-US" sz="2000" dirty="0" err="1">
                <a:solidFill>
                  <a:schemeClr val="dk1"/>
                </a:solidFill>
                <a:latin typeface="Host Grotesk" panose="020B0504030402000203" pitchFamily="34" charset="0"/>
              </a:rPr>
              <a:t>yoki</a:t>
            </a:r>
            <a:r>
              <a:rPr lang="en-US" sz="2000" dirty="0">
                <a:solidFill>
                  <a:schemeClr val="dk1"/>
                </a:solidFill>
                <a:latin typeface="Host Grotesk" panose="020B0504030402000203" pitchFamily="34" charset="0"/>
              </a:rPr>
              <a:t> “</a:t>
            </a:r>
            <a:r>
              <a:rPr lang="en-US" sz="2000" dirty="0" err="1">
                <a:solidFill>
                  <a:schemeClr val="dk1"/>
                </a:solidFill>
                <a:latin typeface="Host Grotesk" panose="020B0504030402000203" pitchFamily="34" charset="0"/>
              </a:rPr>
              <a:t>yo‘q</a:t>
            </a:r>
            <a:r>
              <a:rPr lang="en-US" sz="2000" dirty="0">
                <a:solidFill>
                  <a:schemeClr val="dk1"/>
                </a:solidFill>
                <a:latin typeface="Host Grotesk" panose="020B0504030402000203" pitchFamily="34" charset="0"/>
              </a:rPr>
              <a:t>” (</a:t>
            </a:r>
            <a:r>
              <a:rPr lang="en-US" sz="2000" dirty="0" err="1">
                <a:solidFill>
                  <a:schemeClr val="dk1"/>
                </a:solidFill>
                <a:latin typeface="Host Grotesk" panose="020B0504030402000203" pitchFamily="34" charset="0"/>
              </a:rPr>
              <a:t>qarshi</a:t>
            </a:r>
            <a:r>
              <a:rPr lang="en-US" sz="2000" dirty="0">
                <a:solidFill>
                  <a:schemeClr val="dk1"/>
                </a:solidFill>
                <a:latin typeface="Host Grotesk" panose="020B0504030402000203" pitchFamily="34" charset="0"/>
              </a:rPr>
              <a:t>) </a:t>
            </a:r>
            <a:r>
              <a:rPr lang="en-US" sz="2000" dirty="0" err="1">
                <a:solidFill>
                  <a:schemeClr val="dk1"/>
                </a:solidFill>
                <a:latin typeface="Host Grotesk" panose="020B0504030402000203" pitchFamily="34" charset="0"/>
              </a:rPr>
              <a:t>pozitsiyada</a:t>
            </a:r>
            <a:r>
              <a:rPr lang="en-US" sz="2000" dirty="0">
                <a:solidFill>
                  <a:schemeClr val="dk1"/>
                </a:solidFill>
                <a:latin typeface="Host Grotesk" panose="020B0504030402000203" pitchFamily="34" charset="0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Host Grotesk" panose="020B0504030402000203" pitchFamily="34" charset="0"/>
              </a:rPr>
              <a:t>bahs</a:t>
            </a:r>
            <a:r>
              <a:rPr lang="en-US" sz="2000" dirty="0">
                <a:solidFill>
                  <a:schemeClr val="dk1"/>
                </a:solidFill>
                <a:latin typeface="Host Grotesk" panose="020B0504030402000203" pitchFamily="34" charset="0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Host Grotesk" panose="020B0504030402000203" pitchFamily="34" charset="0"/>
              </a:rPr>
              <a:t>yuritadilar</a:t>
            </a:r>
            <a:r>
              <a:rPr lang="en-US" sz="2000" dirty="0">
                <a:solidFill>
                  <a:schemeClr val="dk1"/>
                </a:solidFill>
                <a:latin typeface="Host Grotesk" panose="020B0504030402000203" pitchFamily="34" charset="0"/>
              </a:rPr>
              <a:t>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 dirty="0" err="1">
                <a:solidFill>
                  <a:schemeClr val="dk1"/>
                </a:solidFill>
                <a:latin typeface="Host Grotesk" panose="020B0504030402000203" pitchFamily="34" charset="0"/>
              </a:rPr>
              <a:t>Biroq</a:t>
            </a:r>
            <a:r>
              <a:rPr lang="en-US" sz="2000" dirty="0">
                <a:solidFill>
                  <a:schemeClr val="dk1"/>
                </a:solidFill>
                <a:latin typeface="Host Grotesk" panose="020B0504030402000203" pitchFamily="34" charset="0"/>
              </a:rPr>
              <a:t>, </a:t>
            </a:r>
            <a:r>
              <a:rPr lang="en-US" sz="2000" dirty="0" err="1">
                <a:solidFill>
                  <a:schemeClr val="dk1"/>
                </a:solidFill>
                <a:latin typeface="Host Grotesk" panose="020B0504030402000203" pitchFamily="34" charset="0"/>
              </a:rPr>
              <a:t>ba’zi</a:t>
            </a:r>
            <a:r>
              <a:rPr lang="en-US" sz="2000" dirty="0">
                <a:solidFill>
                  <a:schemeClr val="dk1"/>
                </a:solidFill>
                <a:latin typeface="Host Grotesk" panose="020B0504030402000203" pitchFamily="34" charset="0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Host Grotesk" panose="020B0504030402000203" pitchFamily="34" charset="0"/>
              </a:rPr>
              <a:t>fikrlar</a:t>
            </a:r>
            <a:r>
              <a:rPr lang="en-US" sz="2000" dirty="0">
                <a:solidFill>
                  <a:schemeClr val="dk1"/>
                </a:solidFill>
                <a:latin typeface="Host Grotesk" panose="020B0504030402000203" pitchFamily="34" charset="0"/>
              </a:rPr>
              <a:t> “ha” </a:t>
            </a:r>
            <a:r>
              <a:rPr lang="en-US" sz="2000" dirty="0" err="1">
                <a:solidFill>
                  <a:schemeClr val="dk1"/>
                </a:solidFill>
                <a:latin typeface="Host Grotesk" panose="020B0504030402000203" pitchFamily="34" charset="0"/>
              </a:rPr>
              <a:t>yoki</a:t>
            </a:r>
            <a:r>
              <a:rPr lang="en-US" sz="2000" dirty="0">
                <a:solidFill>
                  <a:schemeClr val="dk1"/>
                </a:solidFill>
                <a:latin typeface="Host Grotesk" panose="020B0504030402000203" pitchFamily="34" charset="0"/>
              </a:rPr>
              <a:t> “</a:t>
            </a:r>
            <a:r>
              <a:rPr lang="en-US" sz="2000" dirty="0" err="1">
                <a:solidFill>
                  <a:schemeClr val="dk1"/>
                </a:solidFill>
                <a:latin typeface="Host Grotesk" panose="020B0504030402000203" pitchFamily="34" charset="0"/>
              </a:rPr>
              <a:t>yo‘q</a:t>
            </a:r>
            <a:r>
              <a:rPr lang="en-US" sz="2000" dirty="0">
                <a:solidFill>
                  <a:schemeClr val="dk1"/>
                </a:solidFill>
                <a:latin typeface="Host Grotesk" panose="020B0504030402000203" pitchFamily="34" charset="0"/>
              </a:rPr>
              <a:t>” </a:t>
            </a:r>
            <a:r>
              <a:rPr lang="en-US" sz="2000" dirty="0" err="1">
                <a:solidFill>
                  <a:schemeClr val="dk1"/>
                </a:solidFill>
                <a:latin typeface="Host Grotesk" panose="020B0504030402000203" pitchFamily="34" charset="0"/>
              </a:rPr>
              <a:t>shaklida</a:t>
            </a:r>
            <a:r>
              <a:rPr lang="en-US" sz="2000" dirty="0">
                <a:solidFill>
                  <a:schemeClr val="dk1"/>
                </a:solidFill>
                <a:latin typeface="Host Grotesk" panose="020B0504030402000203" pitchFamily="34" charset="0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Host Grotesk" panose="020B0504030402000203" pitchFamily="34" charset="0"/>
              </a:rPr>
              <a:t>bo‘lishi</a:t>
            </a:r>
            <a:r>
              <a:rPr lang="en-US" sz="2000" dirty="0">
                <a:solidFill>
                  <a:schemeClr val="dk1"/>
                </a:solidFill>
                <a:latin typeface="Host Grotesk" panose="020B0504030402000203" pitchFamily="34" charset="0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Host Grotesk" panose="020B0504030402000203" pitchFamily="34" charset="0"/>
              </a:rPr>
              <a:t>shart</a:t>
            </a:r>
            <a:r>
              <a:rPr lang="en-US" sz="2000" dirty="0">
                <a:solidFill>
                  <a:schemeClr val="dk1"/>
                </a:solidFill>
                <a:latin typeface="Host Grotesk" panose="020B0504030402000203" pitchFamily="34" charset="0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Host Grotesk" panose="020B0504030402000203" pitchFamily="34" charset="0"/>
              </a:rPr>
              <a:t>emas</a:t>
            </a:r>
            <a:r>
              <a:rPr lang="en-US" sz="2000" dirty="0">
                <a:solidFill>
                  <a:schemeClr val="dk1"/>
                </a:solidFill>
                <a:latin typeface="Host Grotesk" panose="020B0504030402000203" pitchFamily="34" charset="0"/>
              </a:rPr>
              <a:t>. </a:t>
            </a:r>
            <a:r>
              <a:rPr lang="en-US" sz="2000" dirty="0" err="1">
                <a:solidFill>
                  <a:schemeClr val="dk1"/>
                </a:solidFill>
                <a:latin typeface="Host Grotesk" panose="020B0504030402000203" pitchFamily="34" charset="0"/>
              </a:rPr>
              <a:t>Ular</a:t>
            </a:r>
            <a:r>
              <a:rPr lang="en-US" sz="2000" dirty="0">
                <a:solidFill>
                  <a:schemeClr val="dk1"/>
                </a:solidFill>
                <a:latin typeface="Host Grotesk" panose="020B0504030402000203" pitchFamily="34" charset="0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Host Grotesk" panose="020B0504030402000203" pitchFamily="34" charset="0"/>
              </a:rPr>
              <a:t>biror</a:t>
            </a:r>
            <a:r>
              <a:rPr lang="en-US" sz="2000" dirty="0">
                <a:solidFill>
                  <a:schemeClr val="dk1"/>
                </a:solidFill>
                <a:latin typeface="Host Grotesk" panose="020B0504030402000203" pitchFamily="34" charset="0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Host Grotesk" panose="020B0504030402000203" pitchFamily="34" charset="0"/>
              </a:rPr>
              <a:t>savolga</a:t>
            </a:r>
            <a:r>
              <a:rPr lang="en-US" sz="2000" dirty="0">
                <a:solidFill>
                  <a:schemeClr val="dk1"/>
                </a:solidFill>
                <a:latin typeface="Host Grotesk" panose="020B0504030402000203" pitchFamily="34" charset="0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Host Grotesk" panose="020B0504030402000203" pitchFamily="34" charset="0"/>
              </a:rPr>
              <a:t>javob</a:t>
            </a:r>
            <a:r>
              <a:rPr lang="en-US" sz="2000" dirty="0">
                <a:solidFill>
                  <a:schemeClr val="dk1"/>
                </a:solidFill>
                <a:latin typeface="Host Grotesk" panose="020B0504030402000203" pitchFamily="34" charset="0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Host Grotesk" panose="020B0504030402000203" pitchFamily="34" charset="0"/>
              </a:rPr>
              <a:t>sifatida</a:t>
            </a:r>
            <a:r>
              <a:rPr lang="en-US" sz="2000" dirty="0">
                <a:solidFill>
                  <a:schemeClr val="dk1"/>
                </a:solidFill>
                <a:latin typeface="Host Grotesk" panose="020B0504030402000203" pitchFamily="34" charset="0"/>
              </a:rPr>
              <a:t> ham </a:t>
            </a:r>
            <a:r>
              <a:rPr lang="en-US" sz="2000" dirty="0" err="1">
                <a:solidFill>
                  <a:schemeClr val="dk1"/>
                </a:solidFill>
                <a:latin typeface="Host Grotesk" panose="020B0504030402000203" pitchFamily="34" charset="0"/>
              </a:rPr>
              <a:t>ilgari</a:t>
            </a:r>
            <a:r>
              <a:rPr lang="en-US" sz="2000" dirty="0">
                <a:solidFill>
                  <a:schemeClr val="dk1"/>
                </a:solidFill>
                <a:latin typeface="Host Grotesk" panose="020B0504030402000203" pitchFamily="34" charset="0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Host Grotesk" panose="020B0504030402000203" pitchFamily="34" charset="0"/>
              </a:rPr>
              <a:t>surilishi</a:t>
            </a:r>
            <a:r>
              <a:rPr lang="en-US" sz="2000" dirty="0">
                <a:solidFill>
                  <a:schemeClr val="dk1"/>
                </a:solidFill>
                <a:latin typeface="Host Grotesk" panose="020B0504030402000203" pitchFamily="34" charset="0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Host Grotesk" panose="020B0504030402000203" pitchFamily="34" charset="0"/>
              </a:rPr>
              <a:t>mumkin</a:t>
            </a:r>
            <a:r>
              <a:rPr lang="en-US" sz="2000" dirty="0">
                <a:solidFill>
                  <a:schemeClr val="dk1"/>
                </a:solidFill>
                <a:latin typeface="Host Grotesk" panose="020B0504030402000203" pitchFamily="34" charset="0"/>
              </a:rPr>
              <a:t>.</a:t>
            </a:r>
            <a:endParaRPr lang="en-US" dirty="0">
              <a:latin typeface="Host Grotesk" panose="020B0504030402000203" pitchFamily="34" charset="0"/>
            </a:endParaRPr>
          </a:p>
        </p:txBody>
      </p:sp>
      <p:pic>
        <p:nvPicPr>
          <p:cNvPr id="10" name="Picture 9" descr="A logo on a black background&#10;&#10;Description automatically generated">
            <a:extLst>
              <a:ext uri="{FF2B5EF4-FFF2-40B4-BE49-F238E27FC236}">
                <a16:creationId xmlns:a16="http://schemas.microsoft.com/office/drawing/2014/main" id="{ECF763B4-A0E2-3E83-459B-6F0814BA235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966" t="41761" r="13807" b="41509"/>
          <a:stretch/>
        </p:blipFill>
        <p:spPr>
          <a:xfrm>
            <a:off x="647701" y="579038"/>
            <a:ext cx="1921348" cy="471116"/>
          </a:xfrm>
          <a:prstGeom prst="rect">
            <a:avLst/>
          </a:prstGeom>
        </p:spPr>
      </p:pic>
      <p:sp>
        <p:nvSpPr>
          <p:cNvPr id="11" name="Прямоугольник 7">
            <a:extLst>
              <a:ext uri="{FF2B5EF4-FFF2-40B4-BE49-F238E27FC236}">
                <a16:creationId xmlns:a16="http://schemas.microsoft.com/office/drawing/2014/main" id="{5A606E26-B298-0CE4-4AB3-069A42DB82AD}"/>
              </a:ext>
            </a:extLst>
          </p:cNvPr>
          <p:cNvSpPr/>
          <p:nvPr/>
        </p:nvSpPr>
        <p:spPr>
          <a:xfrm>
            <a:off x="0" y="6105235"/>
            <a:ext cx="12192000" cy="752764"/>
          </a:xfrm>
          <a:prstGeom prst="rect">
            <a:avLst/>
          </a:prstGeom>
          <a:solidFill>
            <a:srgbClr val="4AC0F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altLang="en-US" sz="24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12" name="Picture 11" descr="A yellow star on a black background&#10;&#10;Description automatically generated">
            <a:extLst>
              <a:ext uri="{FF2B5EF4-FFF2-40B4-BE49-F238E27FC236}">
                <a16:creationId xmlns:a16="http://schemas.microsoft.com/office/drawing/2014/main" id="{B0E945E4-9A7A-F959-CEF4-D2AA2692EB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0757" y="149066"/>
            <a:ext cx="838205" cy="838205"/>
          </a:xfrm>
          <a:prstGeom prst="rect">
            <a:avLst/>
          </a:prstGeom>
        </p:spPr>
      </p:pic>
      <p:graphicFrame>
        <p:nvGraphicFramePr>
          <p:cNvPr id="13" name="Объект 7">
            <a:extLst>
              <a:ext uri="{FF2B5EF4-FFF2-40B4-BE49-F238E27FC236}">
                <a16:creationId xmlns:a16="http://schemas.microsoft.com/office/drawing/2014/main" id="{E94E883B-D840-99B6-B1C6-F6CD8D98143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399312"/>
              </p:ext>
            </p:extLst>
          </p:nvPr>
        </p:nvGraphicFramePr>
        <p:xfrm>
          <a:off x="8515116" y="3233425"/>
          <a:ext cx="58166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469900" imgH="624840" progId="CorelDraw.Graphic.25">
                  <p:embed/>
                </p:oleObj>
              </mc:Choice>
              <mc:Fallback>
                <p:oleObj r:id="rId5" imgW="469900" imgH="624840" progId="CorelDraw.Graphic.25">
                  <p:embed/>
                  <p:pic>
                    <p:nvPicPr>
                      <p:cNvPr id="14" name="Объект 7">
                        <a:extLst>
                          <a:ext uri="{FF2B5EF4-FFF2-40B4-BE49-F238E27FC236}">
                            <a16:creationId xmlns:a16="http://schemas.microsoft.com/office/drawing/2014/main" id="{EA71442E-7379-D102-D9A2-4C5A459AB2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515116" y="3233425"/>
                        <a:ext cx="58166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Объект 13">
            <a:extLst>
              <a:ext uri="{FF2B5EF4-FFF2-40B4-BE49-F238E27FC236}">
                <a16:creationId xmlns:a16="http://schemas.microsoft.com/office/drawing/2014/main" id="{768D7C1F-A10C-175A-81AE-CE21DBD7AEFC}"/>
              </a:ext>
            </a:extLst>
          </p:cNvPr>
          <p:cNvGraphicFramePr/>
          <p:nvPr/>
        </p:nvGraphicFramePr>
        <p:xfrm>
          <a:off x="9770757" y="2827872"/>
          <a:ext cx="852593" cy="7992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663575" imgH="618490" progId="CorelDraw.Graphic.25">
                  <p:embed/>
                </p:oleObj>
              </mc:Choice>
              <mc:Fallback>
                <p:oleObj r:id="rId7" imgW="663575" imgH="618490" progId="CorelDraw.Graphic.25">
                  <p:embed/>
                  <p:pic>
                    <p:nvPicPr>
                      <p:cNvPr id="15" name="Объект 13">
                        <a:extLst>
                          <a:ext uri="{FF2B5EF4-FFF2-40B4-BE49-F238E27FC236}">
                            <a16:creationId xmlns:a16="http://schemas.microsoft.com/office/drawing/2014/main" id="{1D41705B-2A2E-C5A1-3E8C-F70818E209C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9770757" y="2827872"/>
                        <a:ext cx="852593" cy="79925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6824345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8;p29">
            <a:extLst>
              <a:ext uri="{FF2B5EF4-FFF2-40B4-BE49-F238E27FC236}">
                <a16:creationId xmlns:a16="http://schemas.microsoft.com/office/drawing/2014/main" id="{0D0F391A-3D34-E934-A0D1-5724CE84ACAF}"/>
              </a:ext>
            </a:extLst>
          </p:cNvPr>
          <p:cNvSpPr txBox="1">
            <a:spLocks/>
          </p:cNvSpPr>
          <p:nvPr/>
        </p:nvSpPr>
        <p:spPr>
          <a:xfrm>
            <a:off x="3519051" y="308500"/>
            <a:ext cx="6698880" cy="869187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00B0F0"/>
                </a:solidFill>
                <a:latin typeface="Host Grotesk" panose="020B0504030402000203" pitchFamily="34" charset="0"/>
                <a:ea typeface="Bitter"/>
                <a:cs typeface="Bitter"/>
                <a:sym typeface="Bitter"/>
              </a:rPr>
              <a:t>Bu </a:t>
            </a:r>
            <a:r>
              <a:rPr lang="en-US" b="1" dirty="0" err="1">
                <a:solidFill>
                  <a:srgbClr val="00B0F0"/>
                </a:solidFill>
                <a:latin typeface="Host Grotesk" panose="020B0504030402000203" pitchFamily="34" charset="0"/>
                <a:ea typeface="Bitter"/>
                <a:cs typeface="Bitter"/>
                <a:sym typeface="Bitter"/>
              </a:rPr>
              <a:t>qanday</a:t>
            </a:r>
            <a:r>
              <a:rPr lang="en-US" b="1" dirty="0">
                <a:solidFill>
                  <a:srgbClr val="00B0F0"/>
                </a:solidFill>
                <a:latin typeface="Host Grotesk" panose="020B0504030402000203" pitchFamily="34" charset="0"/>
                <a:ea typeface="Bitter"/>
                <a:cs typeface="Bitter"/>
                <a:sym typeface="Bitter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Host Grotesk" panose="020B0504030402000203" pitchFamily="34" charset="0"/>
                <a:ea typeface="Bitter"/>
                <a:cs typeface="Bitter"/>
                <a:sym typeface="Bitter"/>
              </a:rPr>
              <a:t>qilinadi</a:t>
            </a:r>
            <a:r>
              <a:rPr lang="en-US" b="1" dirty="0">
                <a:solidFill>
                  <a:srgbClr val="00B0F0"/>
                </a:solidFill>
                <a:latin typeface="Host Grotesk" panose="020B0504030402000203" pitchFamily="34" charset="0"/>
                <a:ea typeface="Bitter"/>
                <a:cs typeface="Bitter"/>
                <a:sym typeface="Bitter"/>
              </a:rPr>
              <a:t>?</a:t>
            </a:r>
            <a:br>
              <a:rPr lang="en-US" b="1" dirty="0">
                <a:solidFill>
                  <a:srgbClr val="00B0F0"/>
                </a:solidFill>
                <a:latin typeface="Host Grotesk" panose="020B0504030402000203" pitchFamily="34" charset="0"/>
                <a:ea typeface="Bitter"/>
                <a:cs typeface="Bitter"/>
                <a:sym typeface="Bitter"/>
              </a:rPr>
            </a:br>
            <a:endParaRPr lang="en-US" sz="2667" b="1" i="1" dirty="0">
              <a:solidFill>
                <a:srgbClr val="00B0F0"/>
              </a:solidFill>
              <a:latin typeface="Host Grotesk" panose="020B0504030402000203" pitchFamily="34" charset="0"/>
              <a:ea typeface="Bitter"/>
              <a:cs typeface="Bitter"/>
              <a:sym typeface="Bitter"/>
            </a:endParaRPr>
          </a:p>
          <a:p>
            <a:r>
              <a:rPr lang="en-US" dirty="0">
                <a:solidFill>
                  <a:srgbClr val="00B0F0"/>
                </a:solidFill>
                <a:latin typeface="Host Grotesk" panose="020B0504030402000203" pitchFamily="34" charset="0"/>
              </a:rPr>
              <a:t> </a:t>
            </a:r>
          </a:p>
        </p:txBody>
      </p:sp>
      <p:sp>
        <p:nvSpPr>
          <p:cNvPr id="3" name="Google Shape;169;p29">
            <a:extLst>
              <a:ext uri="{FF2B5EF4-FFF2-40B4-BE49-F238E27FC236}">
                <a16:creationId xmlns:a16="http://schemas.microsoft.com/office/drawing/2014/main" id="{A50ED852-CD9B-237D-2EA9-0B069750D593}"/>
              </a:ext>
            </a:extLst>
          </p:cNvPr>
          <p:cNvSpPr txBox="1">
            <a:spLocks/>
          </p:cNvSpPr>
          <p:nvPr/>
        </p:nvSpPr>
        <p:spPr>
          <a:xfrm>
            <a:off x="319177" y="1177687"/>
            <a:ext cx="11119450" cy="4800015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200" b="1" dirty="0" err="1">
                <a:latin typeface="Host Grotesk" panose="020B0504030402000203" pitchFamily="34" charset="0"/>
              </a:rPr>
              <a:t>Ushbu</a:t>
            </a:r>
            <a:r>
              <a:rPr lang="en-US" sz="2200" b="1" dirty="0">
                <a:latin typeface="Host Grotesk" panose="020B0504030402000203" pitchFamily="34" charset="0"/>
              </a:rPr>
              <a:t> </a:t>
            </a:r>
            <a:r>
              <a:rPr lang="en-US" sz="2200" b="1" dirty="0" err="1">
                <a:latin typeface="Host Grotesk" panose="020B0504030402000203" pitchFamily="34" charset="0"/>
              </a:rPr>
              <a:t>mashg‘ulot</a:t>
            </a:r>
            <a:r>
              <a:rPr lang="en-US" sz="2200" b="1" dirty="0">
                <a:latin typeface="Host Grotesk" panose="020B0504030402000203" pitchFamily="34" charset="0"/>
              </a:rPr>
              <a:t> </a:t>
            </a:r>
            <a:r>
              <a:rPr lang="en-US" sz="2200" b="1" dirty="0" err="1">
                <a:latin typeface="Host Grotesk" panose="020B0504030402000203" pitchFamily="34" charset="0"/>
              </a:rPr>
              <a:t>davomida</a:t>
            </a:r>
            <a:r>
              <a:rPr lang="en-US" sz="2200" b="1" dirty="0">
                <a:latin typeface="Host Grotesk" panose="020B0504030402000203" pitchFamily="34" charset="0"/>
              </a:rPr>
              <a:t> </a:t>
            </a:r>
            <a:r>
              <a:rPr lang="en-US" sz="2200" b="1" dirty="0" err="1">
                <a:latin typeface="Host Grotesk" panose="020B0504030402000203" pitchFamily="34" charset="0"/>
              </a:rPr>
              <a:t>siz</a:t>
            </a:r>
            <a:r>
              <a:rPr lang="en-US" sz="2200" b="1" dirty="0">
                <a:latin typeface="Host Grotesk" panose="020B0504030402000203" pitchFamily="34" charset="0"/>
              </a:rPr>
              <a:t> </a:t>
            </a:r>
            <a:r>
              <a:rPr lang="en-US" sz="2200" b="1" dirty="0" err="1">
                <a:latin typeface="Host Grotesk" panose="020B0504030402000203" pitchFamily="34" charset="0"/>
              </a:rPr>
              <a:t>quyidagilarni</a:t>
            </a:r>
            <a:r>
              <a:rPr lang="en-US" sz="2200" b="1" dirty="0">
                <a:latin typeface="Host Grotesk" panose="020B0504030402000203" pitchFamily="34" charset="0"/>
              </a:rPr>
              <a:t> </a:t>
            </a:r>
            <a:r>
              <a:rPr lang="en-US" sz="2200" b="1" dirty="0" err="1">
                <a:latin typeface="Host Grotesk" panose="020B0504030402000203" pitchFamily="34" charset="0"/>
              </a:rPr>
              <a:t>bajarasiz</a:t>
            </a:r>
            <a:r>
              <a:rPr lang="en-US" sz="2200" b="1" dirty="0">
                <a:latin typeface="Host Grotesk" panose="020B0504030402000203" pitchFamily="34" charset="0"/>
              </a:rPr>
              <a:t>:</a:t>
            </a:r>
          </a:p>
          <a:p>
            <a:pPr indent="-474121">
              <a:buSzPts val="2000"/>
              <a:buFont typeface="Arial" panose="020B0604020202020204" pitchFamily="34" charset="0"/>
              <a:buAutoNum type="arabicPeriod"/>
            </a:pPr>
            <a:r>
              <a:rPr lang="en-US" sz="2200" dirty="0" err="1">
                <a:latin typeface="Host Grotesk" panose="020B0504030402000203" pitchFamily="34" charset="0"/>
              </a:rPr>
              <a:t>To‘rt</a:t>
            </a:r>
            <a:r>
              <a:rPr lang="en-US" sz="2200" dirty="0">
                <a:latin typeface="Host Grotesk" panose="020B0504030402000203" pitchFamily="34" charset="0"/>
              </a:rPr>
              <a:t> </a:t>
            </a:r>
            <a:r>
              <a:rPr lang="en-US" sz="2200" dirty="0" err="1">
                <a:latin typeface="Host Grotesk" panose="020B0504030402000203" pitchFamily="34" charset="0"/>
              </a:rPr>
              <a:t>guruhga</a:t>
            </a:r>
            <a:r>
              <a:rPr lang="en-US" sz="2200" dirty="0">
                <a:latin typeface="Host Grotesk" panose="020B0504030402000203" pitchFamily="34" charset="0"/>
              </a:rPr>
              <a:t> </a:t>
            </a:r>
            <a:r>
              <a:rPr lang="en-US" sz="2200" dirty="0" err="1">
                <a:latin typeface="Host Grotesk" panose="020B0504030402000203" pitchFamily="34" charset="0"/>
              </a:rPr>
              <a:t>bo‘linasiz</a:t>
            </a:r>
            <a:r>
              <a:rPr lang="en-US" sz="2200" dirty="0">
                <a:latin typeface="Host Grotesk" panose="020B0504030402000203" pitchFamily="34" charset="0"/>
              </a:rPr>
              <a:t>. Har </a:t>
            </a:r>
            <a:r>
              <a:rPr lang="en-US" sz="2200" dirty="0" err="1">
                <a:latin typeface="Host Grotesk" panose="020B0504030402000203" pitchFamily="34" charset="0"/>
              </a:rPr>
              <a:t>bir</a:t>
            </a:r>
            <a:r>
              <a:rPr lang="en-US" sz="2200" dirty="0">
                <a:latin typeface="Host Grotesk" panose="020B0504030402000203" pitchFamily="34" charset="0"/>
              </a:rPr>
              <a:t> </a:t>
            </a:r>
            <a:r>
              <a:rPr lang="en-US" sz="2200" dirty="0" err="1">
                <a:latin typeface="Host Grotesk" panose="020B0504030402000203" pitchFamily="34" charset="0"/>
              </a:rPr>
              <a:t>guruh</a:t>
            </a:r>
            <a:r>
              <a:rPr lang="en-US" sz="2200" dirty="0">
                <a:latin typeface="Host Grotesk" panose="020B0504030402000203" pitchFamily="34" charset="0"/>
              </a:rPr>
              <a:t> </a:t>
            </a:r>
            <a:r>
              <a:rPr lang="en-US" sz="2200" dirty="0" err="1">
                <a:latin typeface="Host Grotesk" panose="020B0504030402000203" pitchFamily="34" charset="0"/>
              </a:rPr>
              <a:t>sun’iy</a:t>
            </a:r>
            <a:r>
              <a:rPr lang="en-US" sz="2200" dirty="0">
                <a:latin typeface="Host Grotesk" panose="020B0504030402000203" pitchFamily="34" charset="0"/>
              </a:rPr>
              <a:t> </a:t>
            </a:r>
            <a:r>
              <a:rPr lang="en-US" sz="2200" dirty="0" err="1">
                <a:latin typeface="Host Grotesk" panose="020B0504030402000203" pitchFamily="34" charset="0"/>
              </a:rPr>
              <a:t>idrok</a:t>
            </a:r>
            <a:r>
              <a:rPr lang="en-US" sz="2200" dirty="0">
                <a:latin typeface="Host Grotesk" panose="020B0504030402000203" pitchFamily="34" charset="0"/>
              </a:rPr>
              <a:t> (SI) </a:t>
            </a:r>
            <a:r>
              <a:rPr lang="en-US" sz="2200" dirty="0" err="1">
                <a:latin typeface="Host Grotesk" panose="020B0504030402000203" pitchFamily="34" charset="0"/>
              </a:rPr>
              <a:t>haqidagi</a:t>
            </a:r>
            <a:r>
              <a:rPr lang="en-US" sz="2200" dirty="0">
                <a:latin typeface="Host Grotesk" panose="020B0504030402000203" pitchFamily="34" charset="0"/>
              </a:rPr>
              <a:t> </a:t>
            </a:r>
            <a:r>
              <a:rPr lang="en-US" sz="2200" dirty="0" err="1">
                <a:latin typeface="Host Grotesk" panose="020B0504030402000203" pitchFamily="34" charset="0"/>
              </a:rPr>
              <a:t>turli</a:t>
            </a:r>
            <a:r>
              <a:rPr lang="en-US" sz="2200" dirty="0">
                <a:latin typeface="Host Grotesk" panose="020B0504030402000203" pitchFamily="34" charset="0"/>
              </a:rPr>
              <a:t> </a:t>
            </a:r>
            <a:r>
              <a:rPr lang="en-US" sz="2200" dirty="0" err="1">
                <a:latin typeface="Host Grotesk" panose="020B0504030402000203" pitchFamily="34" charset="0"/>
              </a:rPr>
              <a:t>nuqtai</a:t>
            </a:r>
            <a:r>
              <a:rPr lang="en-US" sz="2200" dirty="0">
                <a:latin typeface="Host Grotesk" panose="020B0504030402000203" pitchFamily="34" charset="0"/>
              </a:rPr>
              <a:t> </a:t>
            </a:r>
            <a:r>
              <a:rPr lang="en-US" sz="2200" dirty="0" err="1">
                <a:latin typeface="Host Grotesk" panose="020B0504030402000203" pitchFamily="34" charset="0"/>
              </a:rPr>
              <a:t>nazarni</a:t>
            </a:r>
            <a:r>
              <a:rPr lang="en-US" sz="2200" dirty="0">
                <a:latin typeface="Host Grotesk" panose="020B0504030402000203" pitchFamily="34" charset="0"/>
              </a:rPr>
              <a:t> </a:t>
            </a:r>
            <a:r>
              <a:rPr lang="en-US" sz="2200" dirty="0" err="1">
                <a:latin typeface="Host Grotesk" panose="020B0504030402000203" pitchFamily="34" charset="0"/>
              </a:rPr>
              <a:t>ifodalaydi</a:t>
            </a:r>
            <a:r>
              <a:rPr lang="en-US" sz="2200" dirty="0">
                <a:latin typeface="Host Grotesk" panose="020B0504030402000203" pitchFamily="34" charset="0"/>
              </a:rPr>
              <a:t>.</a:t>
            </a:r>
          </a:p>
          <a:p>
            <a:pPr indent="-474121">
              <a:buSzPts val="2000"/>
              <a:buFont typeface="Arial" panose="020B0604020202020204" pitchFamily="34" charset="0"/>
              <a:buAutoNum type="arabicPeriod"/>
            </a:pPr>
            <a:endParaRPr lang="en-US" sz="2200" dirty="0">
              <a:latin typeface="Host Grotesk" panose="020B0504030402000203" pitchFamily="34" charset="0"/>
            </a:endParaRPr>
          </a:p>
          <a:p>
            <a:pPr indent="-474121">
              <a:buSzPts val="2000"/>
              <a:buFont typeface="Arial" panose="020B0604020202020204" pitchFamily="34" charset="0"/>
              <a:buAutoNum type="arabicPeriod"/>
            </a:pPr>
            <a:r>
              <a:rPr lang="en-US" sz="2200" dirty="0" err="1">
                <a:latin typeface="Host Grotesk" panose="020B0504030402000203" pitchFamily="34" charset="0"/>
              </a:rPr>
              <a:t>Guruhingizda</a:t>
            </a:r>
            <a:r>
              <a:rPr lang="en-US" sz="2200" dirty="0">
                <a:latin typeface="Host Grotesk" panose="020B0504030402000203" pitchFamily="34" charset="0"/>
              </a:rPr>
              <a:t>, </a:t>
            </a:r>
            <a:r>
              <a:rPr lang="en-US" sz="2200" dirty="0" err="1">
                <a:latin typeface="Host Grotesk" panose="020B0504030402000203" pitchFamily="34" charset="0"/>
              </a:rPr>
              <a:t>tadqiqot</a:t>
            </a:r>
            <a:r>
              <a:rPr lang="en-US" sz="2200" dirty="0">
                <a:latin typeface="Host Grotesk" panose="020B0504030402000203" pitchFamily="34" charset="0"/>
              </a:rPr>
              <a:t> </a:t>
            </a:r>
            <a:r>
              <a:rPr lang="en-US" sz="2200" dirty="0" err="1">
                <a:latin typeface="Host Grotesk" panose="020B0504030402000203" pitchFamily="34" charset="0"/>
              </a:rPr>
              <a:t>va</a:t>
            </a:r>
            <a:r>
              <a:rPr lang="en-US" sz="2200" dirty="0">
                <a:latin typeface="Host Grotesk" panose="020B0504030402000203" pitchFamily="34" charset="0"/>
              </a:rPr>
              <a:t> </a:t>
            </a:r>
            <a:r>
              <a:rPr lang="en-US" sz="2200" dirty="0" err="1">
                <a:latin typeface="Host Grotesk" panose="020B0504030402000203" pitchFamily="34" charset="0"/>
              </a:rPr>
              <a:t>tayyorgarlik</a:t>
            </a:r>
            <a:r>
              <a:rPr lang="en-US" sz="2200" dirty="0">
                <a:latin typeface="Host Grotesk" panose="020B0504030402000203" pitchFamily="34" charset="0"/>
              </a:rPr>
              <a:t> </a:t>
            </a:r>
            <a:r>
              <a:rPr lang="en-US" sz="2200" dirty="0" err="1">
                <a:latin typeface="Host Grotesk" panose="020B0504030402000203" pitchFamily="34" charset="0"/>
              </a:rPr>
              <a:t>uchun</a:t>
            </a:r>
            <a:r>
              <a:rPr lang="en-US" sz="2200" dirty="0">
                <a:latin typeface="Host Grotesk" panose="020B0504030402000203" pitchFamily="34" charset="0"/>
              </a:rPr>
              <a:t> </a:t>
            </a:r>
            <a:r>
              <a:rPr lang="en-US" sz="2200" dirty="0" err="1">
                <a:latin typeface="Host Grotesk" panose="020B0504030402000203" pitchFamily="34" charset="0"/>
              </a:rPr>
              <a:t>vaqt</a:t>
            </a:r>
            <a:r>
              <a:rPr lang="en-US" sz="2200" dirty="0">
                <a:latin typeface="Host Grotesk" panose="020B0504030402000203" pitchFamily="34" charset="0"/>
              </a:rPr>
              <a:t> </a:t>
            </a:r>
            <a:r>
              <a:rPr lang="en-US" sz="2200" dirty="0" err="1">
                <a:latin typeface="Host Grotesk" panose="020B0504030402000203" pitchFamily="34" charset="0"/>
              </a:rPr>
              <a:t>ajratiladi</a:t>
            </a:r>
            <a:r>
              <a:rPr lang="en-US" sz="2200" dirty="0">
                <a:latin typeface="Host Grotesk" panose="020B0504030402000203" pitchFamily="34" charset="0"/>
              </a:rPr>
              <a:t>.</a:t>
            </a:r>
            <a:br>
              <a:rPr lang="en-US" sz="2200" dirty="0">
                <a:latin typeface="Host Grotesk" panose="020B0504030402000203" pitchFamily="34" charset="0"/>
              </a:rPr>
            </a:br>
            <a:r>
              <a:rPr lang="en-US" sz="2200" dirty="0" err="1">
                <a:latin typeface="Host Grotesk" panose="020B0504030402000203" pitchFamily="34" charset="0"/>
              </a:rPr>
              <a:t>Sizga</a:t>
            </a:r>
            <a:r>
              <a:rPr lang="en-US" sz="2200" dirty="0">
                <a:latin typeface="Host Grotesk" panose="020B0504030402000203" pitchFamily="34" charset="0"/>
              </a:rPr>
              <a:t> </a:t>
            </a:r>
            <a:r>
              <a:rPr lang="en-US" sz="2200" dirty="0" err="1">
                <a:latin typeface="Host Grotesk" panose="020B0504030402000203" pitchFamily="34" charset="0"/>
              </a:rPr>
              <a:t>aynan</a:t>
            </a:r>
            <a:r>
              <a:rPr lang="en-US" sz="2200" dirty="0">
                <a:latin typeface="Host Grotesk" panose="020B0504030402000203" pitchFamily="34" charset="0"/>
              </a:rPr>
              <a:t> </a:t>
            </a:r>
            <a:r>
              <a:rPr lang="en-US" sz="2200" dirty="0" err="1">
                <a:latin typeface="Host Grotesk" panose="020B0504030402000203" pitchFamily="34" charset="0"/>
              </a:rPr>
              <a:t>guruhdagi</a:t>
            </a:r>
            <a:r>
              <a:rPr lang="en-US" sz="2200" dirty="0">
                <a:latin typeface="Host Grotesk" panose="020B0504030402000203" pitchFamily="34" charset="0"/>
              </a:rPr>
              <a:t> </a:t>
            </a:r>
            <a:r>
              <a:rPr lang="en-US" sz="2200" dirty="0" err="1">
                <a:latin typeface="Host Grotesk" panose="020B0504030402000203" pitchFamily="34" charset="0"/>
              </a:rPr>
              <a:t>vazifangizga</a:t>
            </a:r>
            <a:r>
              <a:rPr lang="en-US" sz="2200" dirty="0">
                <a:latin typeface="Host Grotesk" panose="020B0504030402000203" pitchFamily="34" charset="0"/>
              </a:rPr>
              <a:t> </a:t>
            </a:r>
            <a:r>
              <a:rPr lang="en-US" sz="2200" dirty="0" err="1">
                <a:latin typeface="Host Grotesk" panose="020B0504030402000203" pitchFamily="34" charset="0"/>
              </a:rPr>
              <a:t>xos</a:t>
            </a:r>
            <a:r>
              <a:rPr lang="en-US" sz="2200" dirty="0">
                <a:latin typeface="Host Grotesk" panose="020B0504030402000203" pitchFamily="34" charset="0"/>
              </a:rPr>
              <a:t> </a:t>
            </a:r>
            <a:r>
              <a:rPr lang="en-US" sz="2200" dirty="0" err="1">
                <a:latin typeface="Host Grotesk" panose="020B0504030402000203" pitchFamily="34" charset="0"/>
              </a:rPr>
              <a:t>maxsus</a:t>
            </a:r>
            <a:r>
              <a:rPr lang="en-US" sz="2200" dirty="0">
                <a:latin typeface="Host Grotesk" panose="020B0504030402000203" pitchFamily="34" charset="0"/>
              </a:rPr>
              <a:t> </a:t>
            </a:r>
            <a:r>
              <a:rPr lang="en-US" sz="2200" dirty="0" err="1">
                <a:latin typeface="Host Grotesk" panose="020B0504030402000203" pitchFamily="34" charset="0"/>
              </a:rPr>
              <a:t>ma’lumotlar</a:t>
            </a:r>
            <a:r>
              <a:rPr lang="en-US" sz="2200" dirty="0">
                <a:latin typeface="Host Grotesk" panose="020B0504030402000203" pitchFamily="34" charset="0"/>
              </a:rPr>
              <a:t> </a:t>
            </a:r>
            <a:r>
              <a:rPr lang="en-US" sz="2200" dirty="0" err="1">
                <a:latin typeface="Host Grotesk" panose="020B0504030402000203" pitchFamily="34" charset="0"/>
              </a:rPr>
              <a:t>beriladi</a:t>
            </a:r>
            <a:r>
              <a:rPr lang="en-US" sz="2200" dirty="0">
                <a:latin typeface="Host Grotesk" panose="020B0504030402000203" pitchFamily="34" charset="0"/>
              </a:rPr>
              <a:t>.</a:t>
            </a:r>
          </a:p>
          <a:p>
            <a:pPr indent="-474121">
              <a:buSzPts val="2000"/>
              <a:buFont typeface="Arial" panose="020B0604020202020204" pitchFamily="34" charset="0"/>
              <a:buAutoNum type="arabicPeriod"/>
            </a:pPr>
            <a:endParaRPr lang="en-US" sz="2200" dirty="0">
              <a:latin typeface="Host Grotesk" panose="020B0504030402000203" pitchFamily="34" charset="0"/>
            </a:endParaRPr>
          </a:p>
          <a:p>
            <a:pPr indent="-474121">
              <a:buSzPts val="2000"/>
              <a:buFont typeface="Arial" panose="020B0604020202020204" pitchFamily="34" charset="0"/>
              <a:buAutoNum type="arabicPeriod"/>
            </a:pPr>
            <a:r>
              <a:rPr lang="en-US" sz="2200" dirty="0" err="1">
                <a:latin typeface="Host Grotesk" panose="020B0504030402000203" pitchFamily="34" charset="0"/>
              </a:rPr>
              <a:t>Berilgan</a:t>
            </a:r>
            <a:r>
              <a:rPr lang="en-US" sz="2200" dirty="0">
                <a:latin typeface="Host Grotesk" panose="020B0504030402000203" pitchFamily="34" charset="0"/>
              </a:rPr>
              <a:t> </a:t>
            </a:r>
            <a:r>
              <a:rPr lang="en-US" sz="2200" dirty="0" err="1">
                <a:latin typeface="Host Grotesk" panose="020B0504030402000203" pitchFamily="34" charset="0"/>
              </a:rPr>
              <a:t>ish</a:t>
            </a:r>
            <a:r>
              <a:rPr lang="en-US" sz="2200" dirty="0">
                <a:latin typeface="Host Grotesk" panose="020B0504030402000203" pitchFamily="34" charset="0"/>
              </a:rPr>
              <a:t> </a:t>
            </a:r>
            <a:r>
              <a:rPr lang="en-US" sz="2200" dirty="0" err="1">
                <a:latin typeface="Host Grotesk" panose="020B0504030402000203" pitchFamily="34" charset="0"/>
              </a:rPr>
              <a:t>varaqalari</a:t>
            </a:r>
            <a:r>
              <a:rPr lang="en-US" sz="2200" dirty="0">
                <a:latin typeface="Host Grotesk" panose="020B0504030402000203" pitchFamily="34" charset="0"/>
              </a:rPr>
              <a:t> (worksheet) </a:t>
            </a:r>
            <a:r>
              <a:rPr lang="en-US" sz="2200" dirty="0" err="1">
                <a:latin typeface="Host Grotesk" panose="020B0504030402000203" pitchFamily="34" charset="0"/>
              </a:rPr>
              <a:t>asosida</a:t>
            </a:r>
            <a:r>
              <a:rPr lang="en-US" sz="2200" dirty="0">
                <a:latin typeface="Host Grotesk" panose="020B0504030402000203" pitchFamily="34" charset="0"/>
              </a:rPr>
              <a:t> </a:t>
            </a:r>
            <a:r>
              <a:rPr lang="en-US" sz="2200" dirty="0" err="1">
                <a:latin typeface="Host Grotesk" panose="020B0504030402000203" pitchFamily="34" charset="0"/>
              </a:rPr>
              <a:t>guruhingiz</a:t>
            </a:r>
            <a:r>
              <a:rPr lang="en-US" sz="2200" dirty="0">
                <a:latin typeface="Host Grotesk" panose="020B0504030402000203" pitchFamily="34" charset="0"/>
              </a:rPr>
              <a:t> </a:t>
            </a:r>
            <a:r>
              <a:rPr lang="en-US" sz="2200" dirty="0" err="1">
                <a:latin typeface="Host Grotesk" panose="020B0504030402000203" pitchFamily="34" charset="0"/>
              </a:rPr>
              <a:t>bilan</a:t>
            </a:r>
            <a:r>
              <a:rPr lang="en-US" sz="2200" dirty="0">
                <a:latin typeface="Host Grotesk" panose="020B0504030402000203" pitchFamily="34" charset="0"/>
              </a:rPr>
              <a:t> </a:t>
            </a:r>
            <a:r>
              <a:rPr lang="en-US" sz="2200" dirty="0" err="1">
                <a:latin typeface="Host Grotesk" panose="020B0504030402000203" pitchFamily="34" charset="0"/>
              </a:rPr>
              <a:t>birga</a:t>
            </a:r>
            <a:r>
              <a:rPr lang="en-US" sz="2200" dirty="0">
                <a:latin typeface="Host Grotesk" panose="020B0504030402000203" pitchFamily="34" charset="0"/>
              </a:rPr>
              <a:t> </a:t>
            </a:r>
            <a:r>
              <a:rPr lang="en-US" sz="2200" dirty="0" err="1">
                <a:latin typeface="Host Grotesk" panose="020B0504030402000203" pitchFamily="34" charset="0"/>
              </a:rPr>
              <a:t>o‘z</a:t>
            </a:r>
            <a:r>
              <a:rPr lang="en-US" sz="2200" dirty="0">
                <a:latin typeface="Host Grotesk" panose="020B0504030402000203" pitchFamily="34" charset="0"/>
              </a:rPr>
              <a:t> </a:t>
            </a:r>
            <a:r>
              <a:rPr lang="en-US" sz="2200" dirty="0" err="1">
                <a:latin typeface="Host Grotesk" panose="020B0504030402000203" pitchFamily="34" charset="0"/>
              </a:rPr>
              <a:t>fikr-mulohazalaringizni</a:t>
            </a:r>
            <a:r>
              <a:rPr lang="en-US" sz="2200" dirty="0">
                <a:latin typeface="Host Grotesk" panose="020B0504030402000203" pitchFamily="34" charset="0"/>
              </a:rPr>
              <a:t> </a:t>
            </a:r>
            <a:r>
              <a:rPr lang="en-US" sz="2200" dirty="0" err="1">
                <a:latin typeface="Host Grotesk" panose="020B0504030402000203" pitchFamily="34" charset="0"/>
              </a:rPr>
              <a:t>tuzasiz</a:t>
            </a:r>
            <a:r>
              <a:rPr lang="en-US" sz="2200" dirty="0">
                <a:latin typeface="Host Grotesk" panose="020B0504030402000203" pitchFamily="34" charset="0"/>
              </a:rPr>
              <a:t>.</a:t>
            </a:r>
          </a:p>
          <a:p>
            <a:pPr indent="-474121">
              <a:buSzPts val="2000"/>
              <a:buFont typeface="Arial" panose="020B0604020202020204" pitchFamily="34" charset="0"/>
              <a:buAutoNum type="arabicPeriod"/>
            </a:pPr>
            <a:endParaRPr lang="en-US" sz="2200" dirty="0">
              <a:latin typeface="Host Grotesk" panose="020B0504030402000203" pitchFamily="34" charset="0"/>
            </a:endParaRPr>
          </a:p>
          <a:p>
            <a:pPr indent="-474121">
              <a:buSzPts val="2000"/>
              <a:buFont typeface="Arial" panose="020B0604020202020204" pitchFamily="34" charset="0"/>
              <a:buAutoNum type="arabicPeriod"/>
            </a:pPr>
            <a:r>
              <a:rPr lang="en-US" sz="2200" dirty="0" err="1">
                <a:latin typeface="Host Grotesk" panose="020B0504030402000203" pitchFamily="34" charset="0"/>
              </a:rPr>
              <a:t>So‘ngra</a:t>
            </a:r>
            <a:r>
              <a:rPr lang="en-US" sz="2200" dirty="0">
                <a:latin typeface="Host Grotesk" panose="020B0504030402000203" pitchFamily="34" charset="0"/>
              </a:rPr>
              <a:t> </a:t>
            </a:r>
            <a:r>
              <a:rPr lang="en-US" sz="2200" dirty="0" err="1">
                <a:latin typeface="Host Grotesk" panose="020B0504030402000203" pitchFamily="34" charset="0"/>
              </a:rPr>
              <a:t>barcha</a:t>
            </a:r>
            <a:r>
              <a:rPr lang="en-US" sz="2200" dirty="0">
                <a:latin typeface="Host Grotesk" panose="020B0504030402000203" pitchFamily="34" charset="0"/>
              </a:rPr>
              <a:t> </a:t>
            </a:r>
            <a:r>
              <a:rPr lang="en-US" sz="2200" dirty="0" err="1">
                <a:latin typeface="Host Grotesk" panose="020B0504030402000203" pitchFamily="34" charset="0"/>
              </a:rPr>
              <a:t>guruhlar</a:t>
            </a:r>
            <a:r>
              <a:rPr lang="en-US" sz="2200" dirty="0">
                <a:latin typeface="Host Grotesk" panose="020B0504030402000203" pitchFamily="34" charset="0"/>
              </a:rPr>
              <a:t> </a:t>
            </a:r>
            <a:r>
              <a:rPr lang="en-US" sz="2200" dirty="0" err="1">
                <a:latin typeface="Host Grotesk" panose="020B0504030402000203" pitchFamily="34" charset="0"/>
              </a:rPr>
              <a:t>yana</a:t>
            </a:r>
            <a:r>
              <a:rPr lang="en-US" sz="2200" dirty="0">
                <a:latin typeface="Host Grotesk" panose="020B0504030402000203" pitchFamily="34" charset="0"/>
              </a:rPr>
              <a:t> </a:t>
            </a:r>
            <a:r>
              <a:rPr lang="en-US" sz="2200" dirty="0" err="1">
                <a:latin typeface="Host Grotesk" panose="020B0504030402000203" pitchFamily="34" charset="0"/>
              </a:rPr>
              <a:t>bir</a:t>
            </a:r>
            <a:r>
              <a:rPr lang="en-US" sz="2200" dirty="0">
                <a:latin typeface="Host Grotesk" panose="020B0504030402000203" pitchFamily="34" charset="0"/>
              </a:rPr>
              <a:t> </a:t>
            </a:r>
            <a:r>
              <a:rPr lang="en-US" sz="2200" dirty="0" err="1">
                <a:latin typeface="Host Grotesk" panose="020B0504030402000203" pitchFamily="34" charset="0"/>
              </a:rPr>
              <a:t>joyga</a:t>
            </a:r>
            <a:r>
              <a:rPr lang="en-US" sz="2200" dirty="0">
                <a:latin typeface="Host Grotesk" panose="020B0504030402000203" pitchFamily="34" charset="0"/>
              </a:rPr>
              <a:t> </a:t>
            </a:r>
            <a:r>
              <a:rPr lang="en-US" sz="2200" dirty="0" err="1">
                <a:latin typeface="Host Grotesk" panose="020B0504030402000203" pitchFamily="34" charset="0"/>
              </a:rPr>
              <a:t>yig‘ilib</a:t>
            </a:r>
            <a:r>
              <a:rPr lang="en-US" sz="2200" dirty="0">
                <a:latin typeface="Host Grotesk" panose="020B0504030402000203" pitchFamily="34" charset="0"/>
              </a:rPr>
              <a:t>, </a:t>
            </a:r>
            <a:r>
              <a:rPr lang="en-US" sz="2200" dirty="0" err="1">
                <a:latin typeface="Host Grotesk" panose="020B0504030402000203" pitchFamily="34" charset="0"/>
              </a:rPr>
              <a:t>bahs-munozara</a:t>
            </a:r>
            <a:r>
              <a:rPr lang="en-US" sz="2200" dirty="0">
                <a:latin typeface="Host Grotesk" panose="020B0504030402000203" pitchFamily="34" charset="0"/>
              </a:rPr>
              <a:t> </a:t>
            </a:r>
            <a:r>
              <a:rPr lang="en-US" sz="2200" dirty="0" err="1">
                <a:latin typeface="Host Grotesk" panose="020B0504030402000203" pitchFamily="34" charset="0"/>
              </a:rPr>
              <a:t>o‘tkazamiz</a:t>
            </a:r>
            <a:r>
              <a:rPr lang="en-US" sz="2200" dirty="0">
                <a:latin typeface="Host Grotesk" panose="020B0504030402000203" pitchFamily="34" charset="0"/>
              </a:rPr>
              <a:t>.</a:t>
            </a:r>
            <a:r>
              <a:rPr lang="en-US" sz="2200" dirty="0">
                <a:latin typeface="Host Grotesk" panose="020B0504030402000203" pitchFamily="34" charset="0"/>
                <a:ea typeface="Lexend"/>
                <a:cs typeface="Lexend"/>
                <a:sym typeface="Lexend"/>
              </a:rPr>
              <a:t> </a:t>
            </a:r>
          </a:p>
        </p:txBody>
      </p:sp>
      <p:pic>
        <p:nvPicPr>
          <p:cNvPr id="4" name="Picture 3" descr="A logo on a black background&#10;&#10;Description automatically generated">
            <a:extLst>
              <a:ext uri="{FF2B5EF4-FFF2-40B4-BE49-F238E27FC236}">
                <a16:creationId xmlns:a16="http://schemas.microsoft.com/office/drawing/2014/main" id="{74C2DAAD-D01A-8480-C75C-8273D04B73F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966" t="41761" r="13807" b="41509"/>
          <a:stretch/>
        </p:blipFill>
        <p:spPr>
          <a:xfrm>
            <a:off x="647701" y="579038"/>
            <a:ext cx="1921348" cy="471116"/>
          </a:xfrm>
          <a:prstGeom prst="rect">
            <a:avLst/>
          </a:prstGeom>
        </p:spPr>
      </p:pic>
      <p:sp>
        <p:nvSpPr>
          <p:cNvPr id="5" name="Прямоугольник 7">
            <a:extLst>
              <a:ext uri="{FF2B5EF4-FFF2-40B4-BE49-F238E27FC236}">
                <a16:creationId xmlns:a16="http://schemas.microsoft.com/office/drawing/2014/main" id="{84F4B411-7289-98FE-046E-5AF381BD2D73}"/>
              </a:ext>
            </a:extLst>
          </p:cNvPr>
          <p:cNvSpPr/>
          <p:nvPr/>
        </p:nvSpPr>
        <p:spPr>
          <a:xfrm>
            <a:off x="0" y="6105235"/>
            <a:ext cx="12192000" cy="752764"/>
          </a:xfrm>
          <a:prstGeom prst="rect">
            <a:avLst/>
          </a:prstGeom>
          <a:solidFill>
            <a:srgbClr val="4AC0F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altLang="en-US" sz="24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5" descr="A yellow star on a black background&#10;&#10;Description automatically generated">
            <a:extLst>
              <a:ext uri="{FF2B5EF4-FFF2-40B4-BE49-F238E27FC236}">
                <a16:creationId xmlns:a16="http://schemas.microsoft.com/office/drawing/2014/main" id="{4F2DE666-6F29-59C9-8B03-F0C2CCE6F3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5972" y="-68554"/>
            <a:ext cx="838205" cy="838205"/>
          </a:xfrm>
          <a:prstGeom prst="rect">
            <a:avLst/>
          </a:prstGeom>
        </p:spPr>
      </p:pic>
      <p:graphicFrame>
        <p:nvGraphicFramePr>
          <p:cNvPr id="7" name="Объект 7">
            <a:extLst>
              <a:ext uri="{FF2B5EF4-FFF2-40B4-BE49-F238E27FC236}">
                <a16:creationId xmlns:a16="http://schemas.microsoft.com/office/drawing/2014/main" id="{509E7D52-3CD6-898C-3CC5-BD3D13FA75E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67857938"/>
              </p:ext>
            </p:extLst>
          </p:nvPr>
        </p:nvGraphicFramePr>
        <p:xfrm>
          <a:off x="3127173" y="2137871"/>
          <a:ext cx="58166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469900" imgH="624840" progId="CorelDraw.Graphic.25">
                  <p:embed/>
                </p:oleObj>
              </mc:Choice>
              <mc:Fallback>
                <p:oleObj r:id="rId4" imgW="469900" imgH="624840" progId="CorelDraw.Graphic.25">
                  <p:embed/>
                  <p:pic>
                    <p:nvPicPr>
                      <p:cNvPr id="13" name="Объект 7">
                        <a:extLst>
                          <a:ext uri="{FF2B5EF4-FFF2-40B4-BE49-F238E27FC236}">
                            <a16:creationId xmlns:a16="http://schemas.microsoft.com/office/drawing/2014/main" id="{E94E883B-D840-99B6-B1C6-F6CD8D98143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127173" y="2137871"/>
                        <a:ext cx="58166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Объект 13">
            <a:extLst>
              <a:ext uri="{FF2B5EF4-FFF2-40B4-BE49-F238E27FC236}">
                <a16:creationId xmlns:a16="http://schemas.microsoft.com/office/drawing/2014/main" id="{D3C12071-06F5-C22C-E4D2-7572570BF84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06036239"/>
              </p:ext>
            </p:extLst>
          </p:nvPr>
        </p:nvGraphicFramePr>
        <p:xfrm>
          <a:off x="10141692" y="4718649"/>
          <a:ext cx="563689" cy="6597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663575" imgH="618490" progId="CorelDraw.Graphic.25">
                  <p:embed/>
                </p:oleObj>
              </mc:Choice>
              <mc:Fallback>
                <p:oleObj r:id="rId6" imgW="663575" imgH="618490" progId="CorelDraw.Graphic.25">
                  <p:embed/>
                  <p:pic>
                    <p:nvPicPr>
                      <p:cNvPr id="14" name="Объект 13">
                        <a:extLst>
                          <a:ext uri="{FF2B5EF4-FFF2-40B4-BE49-F238E27FC236}">
                            <a16:creationId xmlns:a16="http://schemas.microsoft.com/office/drawing/2014/main" id="{768D7C1F-A10C-175A-81AE-CE21DBD7AEF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0141692" y="4718649"/>
                        <a:ext cx="563689" cy="65973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1677940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74;p30">
            <a:extLst>
              <a:ext uri="{FF2B5EF4-FFF2-40B4-BE49-F238E27FC236}">
                <a16:creationId xmlns:a16="http://schemas.microsoft.com/office/drawing/2014/main" id="{3A2B201C-F589-A992-CD06-2829C513C980}"/>
              </a:ext>
            </a:extLst>
          </p:cNvPr>
          <p:cNvSpPr txBox="1">
            <a:spLocks/>
          </p:cNvSpPr>
          <p:nvPr/>
        </p:nvSpPr>
        <p:spPr>
          <a:xfrm>
            <a:off x="3219931" y="481552"/>
            <a:ext cx="8024388" cy="972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err="1">
                <a:solidFill>
                  <a:srgbClr val="00B0F0"/>
                </a:solidFill>
                <a:latin typeface="Host Grotesk" panose="020B0504030402000203" pitchFamily="34" charset="0"/>
                <a:ea typeface="Bitter Medium"/>
                <a:cs typeface="Bitter Medium"/>
                <a:sym typeface="Bitter Medium"/>
              </a:rPr>
              <a:t>Rollarni</a:t>
            </a:r>
            <a:r>
              <a:rPr lang="en-US" b="1" dirty="0">
                <a:solidFill>
                  <a:srgbClr val="00B0F0"/>
                </a:solidFill>
                <a:latin typeface="Host Grotesk" panose="020B0504030402000203" pitchFamily="34" charset="0"/>
                <a:ea typeface="Bitter Medium"/>
                <a:cs typeface="Bitter Medium"/>
                <a:sym typeface="Bitter Medium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Host Grotesk" panose="020B0504030402000203" pitchFamily="34" charset="0"/>
                <a:ea typeface="Bitter Medium"/>
                <a:cs typeface="Bitter Medium"/>
                <a:sym typeface="Bitter Medium"/>
              </a:rPr>
              <a:t>belgilab</a:t>
            </a:r>
            <a:r>
              <a:rPr lang="en-US" b="1" dirty="0">
                <a:solidFill>
                  <a:srgbClr val="00B0F0"/>
                </a:solidFill>
                <a:latin typeface="Host Grotesk" panose="020B0504030402000203" pitchFamily="34" charset="0"/>
                <a:ea typeface="Bitter Medium"/>
                <a:cs typeface="Bitter Medium"/>
                <a:sym typeface="Bitter Medium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Host Grotesk" panose="020B0504030402000203" pitchFamily="34" charset="0"/>
                <a:ea typeface="Bitter Medium"/>
                <a:cs typeface="Bitter Medium"/>
                <a:sym typeface="Bitter Medium"/>
              </a:rPr>
              <a:t>olish</a:t>
            </a:r>
            <a:endParaRPr lang="en-US" b="1" dirty="0">
              <a:solidFill>
                <a:srgbClr val="00B0F0"/>
              </a:solidFill>
              <a:latin typeface="Host Grotesk" panose="020B0504030402000203" pitchFamily="34" charset="0"/>
              <a:ea typeface="Bitter Medium"/>
              <a:cs typeface="Bitter Medium"/>
              <a:sym typeface="Bitter Medium"/>
            </a:endParaRPr>
          </a:p>
        </p:txBody>
      </p:sp>
      <p:sp>
        <p:nvSpPr>
          <p:cNvPr id="3" name="Google Shape;175;p30">
            <a:extLst>
              <a:ext uri="{FF2B5EF4-FFF2-40B4-BE49-F238E27FC236}">
                <a16:creationId xmlns:a16="http://schemas.microsoft.com/office/drawing/2014/main" id="{3BA596D3-F819-D071-5386-B93DE350F63E}"/>
              </a:ext>
            </a:extLst>
          </p:cNvPr>
          <p:cNvSpPr txBox="1"/>
          <p:nvPr/>
        </p:nvSpPr>
        <p:spPr>
          <a:xfrm>
            <a:off x="1" y="3556549"/>
            <a:ext cx="3415065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en-US" sz="2400" b="1" dirty="0" err="1">
                <a:latin typeface="Host Grotesk" panose="020B0504030402000203" pitchFamily="34" charset="0"/>
                <a:ea typeface="Rubik"/>
                <a:cs typeface="Rubik"/>
                <a:sym typeface="Rubik"/>
              </a:rPr>
              <a:t>Texnik</a:t>
            </a:r>
            <a:r>
              <a:rPr lang="en-US" sz="2400" b="1" dirty="0">
                <a:latin typeface="Host Grotesk" panose="020B0504030402000203" pitchFamily="34" charset="0"/>
                <a:ea typeface="Rubik"/>
                <a:cs typeface="Rubik"/>
                <a:sym typeface="Rubik"/>
              </a:rPr>
              <a:t> </a:t>
            </a:r>
            <a:r>
              <a:rPr lang="en-US" sz="2400" b="1" dirty="0" err="1">
                <a:latin typeface="Host Grotesk" panose="020B0504030402000203" pitchFamily="34" charset="0"/>
                <a:ea typeface="Rubik"/>
                <a:cs typeface="Rubik"/>
                <a:sym typeface="Rubik"/>
              </a:rPr>
              <a:t>kompaniyalar</a:t>
            </a:r>
            <a:endParaRPr sz="1733" dirty="0">
              <a:solidFill>
                <a:schemeClr val="dk1"/>
              </a:solidFill>
              <a:latin typeface="Host Grotesk" panose="020B0504030402000203" pitchFamily="34" charset="0"/>
              <a:ea typeface="Lexend"/>
              <a:cs typeface="Lexend"/>
              <a:sym typeface="Lexend"/>
            </a:endParaRPr>
          </a:p>
          <a:p>
            <a:pPr algn="ctr"/>
            <a:endParaRPr sz="2400" dirty="0">
              <a:latin typeface="Host Grotesk" panose="020B0504030402000203" pitchFamily="34" charset="0"/>
              <a:ea typeface="Lexend"/>
              <a:cs typeface="Lexend"/>
              <a:sym typeface="Lexend"/>
            </a:endParaRPr>
          </a:p>
        </p:txBody>
      </p:sp>
      <p:sp>
        <p:nvSpPr>
          <p:cNvPr id="4" name="Google Shape;176;p30">
            <a:extLst>
              <a:ext uri="{FF2B5EF4-FFF2-40B4-BE49-F238E27FC236}">
                <a16:creationId xmlns:a16="http://schemas.microsoft.com/office/drawing/2014/main" id="{739D47B2-14B0-900A-A40F-39D953455F7D}"/>
              </a:ext>
            </a:extLst>
          </p:cNvPr>
          <p:cNvSpPr txBox="1"/>
          <p:nvPr/>
        </p:nvSpPr>
        <p:spPr>
          <a:xfrm>
            <a:off x="3112692" y="3557749"/>
            <a:ext cx="2404800" cy="615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/>
            <a:r>
              <a:rPr lang="en" sz="2400" b="1" dirty="0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Hukumat</a:t>
            </a:r>
            <a:endParaRPr sz="2400" b="1" dirty="0">
              <a:solidFill>
                <a:schemeClr val="dk1"/>
              </a:solidFill>
              <a:latin typeface="Host Grotesk" panose="020B0504030402000203" pitchFamily="34" charset="0"/>
              <a:ea typeface="Rubik"/>
              <a:cs typeface="Rubik"/>
              <a:sym typeface="Rubik"/>
            </a:endParaRPr>
          </a:p>
        </p:txBody>
      </p:sp>
      <p:sp>
        <p:nvSpPr>
          <p:cNvPr id="5" name="Google Shape;177;p30">
            <a:extLst>
              <a:ext uri="{FF2B5EF4-FFF2-40B4-BE49-F238E27FC236}">
                <a16:creationId xmlns:a16="http://schemas.microsoft.com/office/drawing/2014/main" id="{7EA73447-5C41-0634-EAC6-76C5C4DBE5E2}"/>
              </a:ext>
            </a:extLst>
          </p:cNvPr>
          <p:cNvSpPr txBox="1"/>
          <p:nvPr/>
        </p:nvSpPr>
        <p:spPr>
          <a:xfrm>
            <a:off x="5419248" y="3553652"/>
            <a:ext cx="3003000" cy="615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/>
            <a:r>
              <a:rPr lang="en" sz="2400" b="1" dirty="0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Ta’lim beruvchilar</a:t>
            </a:r>
            <a:endParaRPr sz="2400" b="1" dirty="0">
              <a:solidFill>
                <a:schemeClr val="dk1"/>
              </a:solidFill>
              <a:latin typeface="Host Grotesk" panose="020B0504030402000203" pitchFamily="34" charset="0"/>
              <a:ea typeface="Rubik"/>
              <a:cs typeface="Rubik"/>
              <a:sym typeface="Rubik"/>
            </a:endParaRPr>
          </a:p>
        </p:txBody>
      </p:sp>
      <p:sp>
        <p:nvSpPr>
          <p:cNvPr id="6" name="Google Shape;178;p30">
            <a:extLst>
              <a:ext uri="{FF2B5EF4-FFF2-40B4-BE49-F238E27FC236}">
                <a16:creationId xmlns:a16="http://schemas.microsoft.com/office/drawing/2014/main" id="{876BCA3C-EC0B-75F8-EA22-13090B52FD87}"/>
              </a:ext>
            </a:extLst>
          </p:cNvPr>
          <p:cNvSpPr txBox="1"/>
          <p:nvPr/>
        </p:nvSpPr>
        <p:spPr>
          <a:xfrm>
            <a:off x="8282506" y="3556524"/>
            <a:ext cx="3941761" cy="615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/>
            <a:r>
              <a:rPr lang="en" sz="2400" b="1" dirty="0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Kunlik foydalanuvchilar</a:t>
            </a:r>
            <a:endParaRPr sz="2400" b="1" dirty="0">
              <a:solidFill>
                <a:schemeClr val="dk1"/>
              </a:solidFill>
              <a:latin typeface="Host Grotesk" panose="020B0504030402000203" pitchFamily="34" charset="0"/>
              <a:ea typeface="Rubik"/>
              <a:cs typeface="Rubik"/>
              <a:sym typeface="Rubik"/>
            </a:endParaRPr>
          </a:p>
        </p:txBody>
      </p:sp>
      <p:sp>
        <p:nvSpPr>
          <p:cNvPr id="7" name="Google Shape;179;p30">
            <a:extLst>
              <a:ext uri="{FF2B5EF4-FFF2-40B4-BE49-F238E27FC236}">
                <a16:creationId xmlns:a16="http://schemas.microsoft.com/office/drawing/2014/main" id="{44002E47-3DBD-6755-DA82-E5FBD5E38E13}"/>
              </a:ext>
            </a:extLst>
          </p:cNvPr>
          <p:cNvSpPr txBox="1"/>
          <p:nvPr/>
        </p:nvSpPr>
        <p:spPr>
          <a:xfrm>
            <a:off x="3198639" y="3960747"/>
            <a:ext cx="2617725" cy="2195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>
              <a:spcBef>
                <a:spcPts val="1600"/>
              </a:spcBef>
              <a:spcAft>
                <a:spcPts val="1600"/>
              </a:spcAft>
            </a:pPr>
            <a:r>
              <a:rPr lang="en-US" sz="2000" dirty="0" err="1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Jamoat</a:t>
            </a:r>
            <a:r>
              <a:rPr lang="en-US" sz="2000" dirty="0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xavfsizligi</a:t>
            </a:r>
            <a:r>
              <a:rPr lang="en-US" sz="2000" dirty="0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va</a:t>
            </a:r>
            <a:r>
              <a:rPr lang="en-US" sz="2000" dirty="0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adolatni</a:t>
            </a:r>
            <a:r>
              <a:rPr lang="en-US" sz="2000" dirty="0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ta’minlovchi</a:t>
            </a:r>
            <a:r>
              <a:rPr lang="en-US" sz="2000" dirty="0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nazoratchilar</a:t>
            </a:r>
            <a:r>
              <a:rPr lang="en-US" sz="2000" dirty="0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 (</a:t>
            </a:r>
            <a:r>
              <a:rPr lang="en-US" sz="2000" dirty="0" err="1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regulyatorlar</a:t>
            </a:r>
            <a:r>
              <a:rPr lang="en-US" sz="2000" dirty="0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).</a:t>
            </a:r>
            <a:endParaRPr sz="2000" dirty="0">
              <a:solidFill>
                <a:schemeClr val="dk1"/>
              </a:solidFill>
              <a:latin typeface="Host Grotesk" panose="020B0504030402000203" pitchFamily="34" charset="0"/>
              <a:ea typeface="Rubik"/>
              <a:cs typeface="Rubik"/>
              <a:sym typeface="Rubik"/>
            </a:endParaRPr>
          </a:p>
        </p:txBody>
      </p:sp>
      <p:sp>
        <p:nvSpPr>
          <p:cNvPr id="8" name="Google Shape;180;p30">
            <a:extLst>
              <a:ext uri="{FF2B5EF4-FFF2-40B4-BE49-F238E27FC236}">
                <a16:creationId xmlns:a16="http://schemas.microsoft.com/office/drawing/2014/main" id="{964A222C-E4FB-73EE-D33B-BA1907585127}"/>
              </a:ext>
            </a:extLst>
          </p:cNvPr>
          <p:cNvSpPr txBox="1"/>
          <p:nvPr/>
        </p:nvSpPr>
        <p:spPr>
          <a:xfrm>
            <a:off x="5687313" y="3930460"/>
            <a:ext cx="3089624" cy="2195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>
              <a:spcBef>
                <a:spcPts val="1600"/>
              </a:spcBef>
              <a:spcAft>
                <a:spcPts val="1600"/>
              </a:spcAft>
            </a:pPr>
            <a:r>
              <a:rPr lang="en-US" sz="2000" dirty="0" err="1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Sun’iy</a:t>
            </a:r>
            <a:r>
              <a:rPr lang="en-US" sz="2000" dirty="0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idrokning</a:t>
            </a:r>
            <a:r>
              <a:rPr lang="en-US" sz="2000" dirty="0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ta’lim</a:t>
            </a:r>
            <a:r>
              <a:rPr lang="en-US" sz="2000" dirty="0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jarayoni</a:t>
            </a:r>
            <a:r>
              <a:rPr lang="en-US" sz="2000" dirty="0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va</a:t>
            </a:r>
            <a:r>
              <a:rPr lang="en-US" sz="2000" dirty="0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o‘quvchilarning</a:t>
            </a:r>
            <a:r>
              <a:rPr lang="en-US" sz="2000" dirty="0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shaxsiy</a:t>
            </a:r>
            <a:r>
              <a:rPr lang="en-US" sz="2000" dirty="0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hayotiga</a:t>
            </a:r>
            <a:r>
              <a:rPr lang="en-US" sz="2000" dirty="0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ta’siri</a:t>
            </a:r>
            <a:r>
              <a:rPr lang="en-US" sz="2000" dirty="0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haqida</a:t>
            </a:r>
            <a:r>
              <a:rPr lang="en-US" sz="2000" dirty="0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qayg'uradiganlar</a:t>
            </a:r>
            <a:r>
              <a:rPr lang="en-US" sz="2000" dirty="0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.</a:t>
            </a:r>
            <a:endParaRPr sz="2000" dirty="0">
              <a:solidFill>
                <a:schemeClr val="dk1"/>
              </a:solidFill>
              <a:latin typeface="Host Grotesk" panose="020B0504030402000203" pitchFamily="34" charset="0"/>
              <a:ea typeface="Rubik"/>
              <a:cs typeface="Rubik"/>
              <a:sym typeface="Rubik"/>
            </a:endParaRPr>
          </a:p>
        </p:txBody>
      </p:sp>
      <p:sp>
        <p:nvSpPr>
          <p:cNvPr id="9" name="Google Shape;181;p30">
            <a:extLst>
              <a:ext uri="{FF2B5EF4-FFF2-40B4-BE49-F238E27FC236}">
                <a16:creationId xmlns:a16="http://schemas.microsoft.com/office/drawing/2014/main" id="{26723065-1168-EE78-8447-3BDE07BFFA4F}"/>
              </a:ext>
            </a:extLst>
          </p:cNvPr>
          <p:cNvSpPr txBox="1"/>
          <p:nvPr/>
        </p:nvSpPr>
        <p:spPr>
          <a:xfrm>
            <a:off x="8592070" y="4169164"/>
            <a:ext cx="3534188" cy="1887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>
              <a:spcBef>
                <a:spcPts val="1600"/>
              </a:spcBef>
              <a:spcAft>
                <a:spcPts val="1600"/>
              </a:spcAft>
            </a:pPr>
            <a:r>
              <a:rPr lang="en-US" sz="2000" dirty="0" err="1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Sun’iy</a:t>
            </a:r>
            <a:r>
              <a:rPr lang="en-US" sz="2000" dirty="0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idrokdan</a:t>
            </a:r>
            <a:r>
              <a:rPr lang="en-US" sz="2000" dirty="0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bevosita</a:t>
            </a:r>
            <a:r>
              <a:rPr lang="en-US" sz="2000" dirty="0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ta’sir</a:t>
            </a:r>
            <a:r>
              <a:rPr lang="en-US" sz="2000" dirty="0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ko‘rayotgan</a:t>
            </a:r>
            <a:r>
              <a:rPr lang="en-US" sz="2000" dirty="0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o‘quvchilar</a:t>
            </a:r>
            <a:r>
              <a:rPr lang="en-US" sz="2000" dirty="0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, </a:t>
            </a:r>
            <a:r>
              <a:rPr lang="en-US" sz="2000" dirty="0" err="1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ota-onalar</a:t>
            </a:r>
            <a:r>
              <a:rPr lang="en-US" sz="2000" dirty="0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va</a:t>
            </a:r>
            <a:r>
              <a:rPr lang="en-US" sz="2000" dirty="0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boshqa</a:t>
            </a:r>
            <a:r>
              <a:rPr lang="en-US" sz="2000" dirty="0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iste’molchilar</a:t>
            </a:r>
            <a:r>
              <a:rPr lang="en-US" sz="2000" dirty="0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.</a:t>
            </a:r>
            <a:endParaRPr sz="2000" dirty="0">
              <a:solidFill>
                <a:schemeClr val="dk1"/>
              </a:solidFill>
              <a:latin typeface="Host Grotesk" panose="020B0504030402000203" pitchFamily="34" charset="0"/>
              <a:ea typeface="Rubik"/>
              <a:cs typeface="Rubik"/>
              <a:sym typeface="Rubik"/>
            </a:endParaRPr>
          </a:p>
        </p:txBody>
      </p:sp>
      <p:pic>
        <p:nvPicPr>
          <p:cNvPr id="10" name="Google Shape;182;p30">
            <a:extLst>
              <a:ext uri="{FF2B5EF4-FFF2-40B4-BE49-F238E27FC236}">
                <a16:creationId xmlns:a16="http://schemas.microsoft.com/office/drawing/2014/main" id="{CA7371C3-F9F9-6ED5-79A9-708FD8418A1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51340" t="13476" r="3441" b="54237"/>
          <a:stretch/>
        </p:blipFill>
        <p:spPr>
          <a:xfrm>
            <a:off x="3184806" y="1504733"/>
            <a:ext cx="2237201" cy="206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83;p30">
            <a:extLst>
              <a:ext uri="{FF2B5EF4-FFF2-40B4-BE49-F238E27FC236}">
                <a16:creationId xmlns:a16="http://schemas.microsoft.com/office/drawing/2014/main" id="{BB72E0AA-6A36-1B4D-1848-BD1951E3F35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8994" t="12823" r="48777" b="54924"/>
          <a:stretch/>
        </p:blipFill>
        <p:spPr>
          <a:xfrm>
            <a:off x="367875" y="1497229"/>
            <a:ext cx="2091600" cy="206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84;p30">
            <a:extLst>
              <a:ext uri="{FF2B5EF4-FFF2-40B4-BE49-F238E27FC236}">
                <a16:creationId xmlns:a16="http://schemas.microsoft.com/office/drawing/2014/main" id="{2F8C764D-6B9F-46C8-602C-8277B5E0745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8483" t="55366" r="49286" b="10363"/>
          <a:stretch/>
        </p:blipFill>
        <p:spPr>
          <a:xfrm>
            <a:off x="5868110" y="1504733"/>
            <a:ext cx="1968293" cy="206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85;p30">
            <a:extLst>
              <a:ext uri="{FF2B5EF4-FFF2-40B4-BE49-F238E27FC236}">
                <a16:creationId xmlns:a16="http://schemas.microsoft.com/office/drawing/2014/main" id="{27B2FA68-0244-7B8A-0B33-5008EB0DC2A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52754" t="49106" b="8651"/>
          <a:stretch/>
        </p:blipFill>
        <p:spPr>
          <a:xfrm>
            <a:off x="9034805" y="1508679"/>
            <a:ext cx="1786628" cy="2067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86;p30">
            <a:extLst>
              <a:ext uri="{FF2B5EF4-FFF2-40B4-BE49-F238E27FC236}">
                <a16:creationId xmlns:a16="http://schemas.microsoft.com/office/drawing/2014/main" id="{F6DA38FE-AF8B-027E-D9E6-ED7998867A45}"/>
              </a:ext>
            </a:extLst>
          </p:cNvPr>
          <p:cNvSpPr txBox="1"/>
          <p:nvPr/>
        </p:nvSpPr>
        <p:spPr>
          <a:xfrm>
            <a:off x="107156" y="4219874"/>
            <a:ext cx="3200752" cy="16412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>
              <a:spcBef>
                <a:spcPts val="1600"/>
              </a:spcBef>
              <a:spcAft>
                <a:spcPts val="1600"/>
              </a:spcAft>
            </a:pPr>
            <a:r>
              <a:rPr lang="en-US" sz="2000" dirty="0" err="1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Sun’iy</a:t>
            </a:r>
            <a:r>
              <a:rPr lang="en-US" sz="2000" dirty="0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idrok</a:t>
            </a:r>
            <a:r>
              <a:rPr lang="en-US" sz="2000" dirty="0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vositalarini</a:t>
            </a:r>
            <a:r>
              <a:rPr lang="en-US" sz="2000" dirty="0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yaratuvchi</a:t>
            </a:r>
            <a:r>
              <a:rPr lang="en-US" sz="2000" dirty="0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innovatorlar</a:t>
            </a:r>
            <a:r>
              <a:rPr lang="en-US" sz="2000" dirty="0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va</a:t>
            </a:r>
            <a:r>
              <a:rPr lang="en-US" sz="2000" dirty="0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dasturchilar</a:t>
            </a:r>
            <a:r>
              <a:rPr lang="en-US" sz="2000" dirty="0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.</a:t>
            </a:r>
            <a:endParaRPr sz="2000" dirty="0">
              <a:solidFill>
                <a:schemeClr val="dk1"/>
              </a:solidFill>
              <a:latin typeface="Host Grotesk" panose="020B0504030402000203" pitchFamily="34" charset="0"/>
              <a:ea typeface="Rubik"/>
              <a:cs typeface="Rubik"/>
              <a:sym typeface="Rubik"/>
            </a:endParaRPr>
          </a:p>
        </p:txBody>
      </p:sp>
      <p:pic>
        <p:nvPicPr>
          <p:cNvPr id="15" name="Picture 14" descr="A logo on a black background&#10;&#10;Description automatically generated">
            <a:extLst>
              <a:ext uri="{FF2B5EF4-FFF2-40B4-BE49-F238E27FC236}">
                <a16:creationId xmlns:a16="http://schemas.microsoft.com/office/drawing/2014/main" id="{4350A618-F36C-4F9C-B403-E6831D0C138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966" t="41761" r="13807" b="41509"/>
          <a:stretch/>
        </p:blipFill>
        <p:spPr>
          <a:xfrm>
            <a:off x="647701" y="579038"/>
            <a:ext cx="1921348" cy="471116"/>
          </a:xfrm>
          <a:prstGeom prst="rect">
            <a:avLst/>
          </a:prstGeom>
        </p:spPr>
      </p:pic>
      <p:sp>
        <p:nvSpPr>
          <p:cNvPr id="16" name="Прямоугольник 7">
            <a:extLst>
              <a:ext uri="{FF2B5EF4-FFF2-40B4-BE49-F238E27FC236}">
                <a16:creationId xmlns:a16="http://schemas.microsoft.com/office/drawing/2014/main" id="{EAEC0B91-927A-0012-AB86-8690EBF6A63F}"/>
              </a:ext>
            </a:extLst>
          </p:cNvPr>
          <p:cNvSpPr/>
          <p:nvPr/>
        </p:nvSpPr>
        <p:spPr>
          <a:xfrm>
            <a:off x="0" y="6105235"/>
            <a:ext cx="12192000" cy="752764"/>
          </a:xfrm>
          <a:prstGeom prst="rect">
            <a:avLst/>
          </a:prstGeom>
          <a:solidFill>
            <a:srgbClr val="4AC0F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altLang="en-US" sz="24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17" name="Picture 16" descr="A yellow star on a black background&#10;&#10;Description automatically generated">
            <a:extLst>
              <a:ext uri="{FF2B5EF4-FFF2-40B4-BE49-F238E27FC236}">
                <a16:creationId xmlns:a16="http://schemas.microsoft.com/office/drawing/2014/main" id="{CB91C06D-AB88-C6D0-F961-26F7832482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7834" y="72408"/>
            <a:ext cx="838205" cy="838205"/>
          </a:xfrm>
          <a:prstGeom prst="rect">
            <a:avLst/>
          </a:prstGeom>
        </p:spPr>
      </p:pic>
      <p:graphicFrame>
        <p:nvGraphicFramePr>
          <p:cNvPr id="18" name="Объект 7">
            <a:extLst>
              <a:ext uri="{FF2B5EF4-FFF2-40B4-BE49-F238E27FC236}">
                <a16:creationId xmlns:a16="http://schemas.microsoft.com/office/drawing/2014/main" id="{A44C05A6-452A-9A2C-11A9-0897B61E76F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71770785"/>
              </p:ext>
            </p:extLst>
          </p:nvPr>
        </p:nvGraphicFramePr>
        <p:xfrm>
          <a:off x="1707532" y="5762479"/>
          <a:ext cx="58166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469900" imgH="624840" progId="CorelDraw.Graphic.25">
                  <p:embed/>
                </p:oleObj>
              </mc:Choice>
              <mc:Fallback>
                <p:oleObj r:id="rId5" imgW="469900" imgH="624840" progId="CorelDraw.Graphic.25">
                  <p:embed/>
                  <p:pic>
                    <p:nvPicPr>
                      <p:cNvPr id="7" name="Объект 7">
                        <a:extLst>
                          <a:ext uri="{FF2B5EF4-FFF2-40B4-BE49-F238E27FC236}">
                            <a16:creationId xmlns:a16="http://schemas.microsoft.com/office/drawing/2014/main" id="{509E7D52-3CD6-898C-3CC5-BD3D13FA75E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707532" y="5762479"/>
                        <a:ext cx="58166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Объект 13">
            <a:extLst>
              <a:ext uri="{FF2B5EF4-FFF2-40B4-BE49-F238E27FC236}">
                <a16:creationId xmlns:a16="http://schemas.microsoft.com/office/drawing/2014/main" id="{11BFDD1C-A7FB-EBDD-A1D0-6C00EFCA965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47382419"/>
              </p:ext>
            </p:extLst>
          </p:nvPr>
        </p:nvGraphicFramePr>
        <p:xfrm>
          <a:off x="11243079" y="3912142"/>
          <a:ext cx="563689" cy="6597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663575" imgH="618490" progId="CorelDraw.Graphic.25">
                  <p:embed/>
                </p:oleObj>
              </mc:Choice>
              <mc:Fallback>
                <p:oleObj r:id="rId7" imgW="663575" imgH="618490" progId="CorelDraw.Graphic.25">
                  <p:embed/>
                  <p:pic>
                    <p:nvPicPr>
                      <p:cNvPr id="8" name="Объект 13">
                        <a:extLst>
                          <a:ext uri="{FF2B5EF4-FFF2-40B4-BE49-F238E27FC236}">
                            <a16:creationId xmlns:a16="http://schemas.microsoft.com/office/drawing/2014/main" id="{D3C12071-06F5-C22C-E4D2-7572570BF84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1243079" y="3912142"/>
                        <a:ext cx="563689" cy="65973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1613749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91;p31">
            <a:extLst>
              <a:ext uri="{FF2B5EF4-FFF2-40B4-BE49-F238E27FC236}">
                <a16:creationId xmlns:a16="http://schemas.microsoft.com/office/drawing/2014/main" id="{2287D973-5350-E1F7-ACCC-D9D5F75732DE}"/>
              </a:ext>
            </a:extLst>
          </p:cNvPr>
          <p:cNvSpPr txBox="1">
            <a:spLocks/>
          </p:cNvSpPr>
          <p:nvPr/>
        </p:nvSpPr>
        <p:spPr>
          <a:xfrm>
            <a:off x="2289192" y="308500"/>
            <a:ext cx="6475246" cy="972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err="1">
                <a:solidFill>
                  <a:srgbClr val="00B0F0"/>
                </a:solidFill>
                <a:latin typeface="Host Grotesk" panose="020B0504030402000203" pitchFamily="34" charset="0"/>
                <a:ea typeface="Bitter"/>
                <a:cs typeface="Bitter"/>
                <a:sym typeface="Bitter"/>
              </a:rPr>
              <a:t>Eslatma</a:t>
            </a:r>
            <a:r>
              <a:rPr lang="en-US" b="1" dirty="0">
                <a:solidFill>
                  <a:srgbClr val="00B0F0"/>
                </a:solidFill>
                <a:latin typeface="Host Grotesk" panose="020B0504030402000203" pitchFamily="34" charset="0"/>
                <a:ea typeface="Bitter"/>
                <a:cs typeface="Bitter"/>
                <a:sym typeface="Bitter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Host Grotesk" panose="020B0504030402000203" pitchFamily="34" charset="0"/>
                <a:ea typeface="Bitter"/>
                <a:cs typeface="Bitter"/>
                <a:sym typeface="Bitter"/>
              </a:rPr>
              <a:t>va</a:t>
            </a:r>
            <a:r>
              <a:rPr lang="en-US" b="1" dirty="0">
                <a:solidFill>
                  <a:srgbClr val="00B0F0"/>
                </a:solidFill>
                <a:latin typeface="Host Grotesk" panose="020B0504030402000203" pitchFamily="34" charset="0"/>
                <a:ea typeface="Bitter"/>
                <a:cs typeface="Bitter"/>
                <a:sym typeface="Bitter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Host Grotesk" panose="020B0504030402000203" pitchFamily="34" charset="0"/>
                <a:ea typeface="Bitter"/>
                <a:cs typeface="Bitter"/>
                <a:sym typeface="Bitter"/>
              </a:rPr>
              <a:t>maslahatlar</a:t>
            </a:r>
            <a:endParaRPr lang="en-US" b="1" dirty="0">
              <a:solidFill>
                <a:srgbClr val="00B0F0"/>
              </a:solidFill>
              <a:latin typeface="Host Grotesk" panose="020B0504030402000203" pitchFamily="34" charset="0"/>
              <a:ea typeface="Bitter"/>
              <a:cs typeface="Bitter"/>
              <a:sym typeface="Bitter"/>
            </a:endParaRPr>
          </a:p>
        </p:txBody>
      </p:sp>
      <p:sp>
        <p:nvSpPr>
          <p:cNvPr id="3" name="Google Shape;192;p31">
            <a:extLst>
              <a:ext uri="{FF2B5EF4-FFF2-40B4-BE49-F238E27FC236}">
                <a16:creationId xmlns:a16="http://schemas.microsoft.com/office/drawing/2014/main" id="{E059C51E-D37F-3B43-56E9-17DF1068E81B}"/>
              </a:ext>
            </a:extLst>
          </p:cNvPr>
          <p:cNvSpPr txBox="1">
            <a:spLocks/>
          </p:cNvSpPr>
          <p:nvPr/>
        </p:nvSpPr>
        <p:spPr>
          <a:xfrm>
            <a:off x="261033" y="1281300"/>
            <a:ext cx="11710867" cy="49364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507987">
              <a:buSzPts val="2400"/>
            </a:pPr>
            <a:r>
              <a:rPr lang="en-US" sz="2667" dirty="0" err="1">
                <a:latin typeface="Host Grotesk" panose="020B0504030402000203" pitchFamily="34" charset="0"/>
              </a:rPr>
              <a:t>O‘z</a:t>
            </a:r>
            <a:r>
              <a:rPr lang="en-US" sz="2667" dirty="0">
                <a:latin typeface="Host Grotesk" panose="020B0504030402000203" pitchFamily="34" charset="0"/>
              </a:rPr>
              <a:t> </a:t>
            </a:r>
            <a:r>
              <a:rPr lang="en-US" sz="2667" dirty="0" err="1">
                <a:latin typeface="Host Grotesk" panose="020B0504030402000203" pitchFamily="34" charset="0"/>
              </a:rPr>
              <a:t>fikringizni</a:t>
            </a:r>
            <a:r>
              <a:rPr lang="en-US" sz="2667" dirty="0">
                <a:latin typeface="Host Grotesk" panose="020B0504030402000203" pitchFamily="34" charset="0"/>
              </a:rPr>
              <a:t> </a:t>
            </a:r>
            <a:r>
              <a:rPr lang="en-US" sz="2667" dirty="0" err="1">
                <a:latin typeface="Host Grotesk" panose="020B0504030402000203" pitchFamily="34" charset="0"/>
              </a:rPr>
              <a:t>o‘sha</a:t>
            </a:r>
            <a:r>
              <a:rPr lang="en-US" sz="2667" dirty="0">
                <a:latin typeface="Host Grotesk" panose="020B0504030402000203" pitchFamily="34" charset="0"/>
              </a:rPr>
              <a:t> </a:t>
            </a:r>
            <a:r>
              <a:rPr lang="en-US" sz="2667" dirty="0" err="1">
                <a:latin typeface="Host Grotesk" panose="020B0504030402000203" pitchFamily="34" charset="0"/>
              </a:rPr>
              <a:t>rolni</a:t>
            </a:r>
            <a:r>
              <a:rPr lang="en-US" sz="2667" dirty="0">
                <a:latin typeface="Host Grotesk" panose="020B0504030402000203" pitchFamily="34" charset="0"/>
              </a:rPr>
              <a:t> </a:t>
            </a:r>
            <a:r>
              <a:rPr lang="en-US" sz="2667" dirty="0" err="1">
                <a:latin typeface="Host Grotesk" panose="020B0504030402000203" pitchFamily="34" charset="0"/>
              </a:rPr>
              <a:t>bajarayotgan</a:t>
            </a:r>
            <a:r>
              <a:rPr lang="en-US" sz="2667" dirty="0">
                <a:latin typeface="Host Grotesk" panose="020B0504030402000203" pitchFamily="34" charset="0"/>
              </a:rPr>
              <a:t> </a:t>
            </a:r>
            <a:r>
              <a:rPr lang="en-US" sz="2667" dirty="0" err="1">
                <a:latin typeface="Host Grotesk" panose="020B0504030402000203" pitchFamily="34" charset="0"/>
              </a:rPr>
              <a:t>inson</a:t>
            </a:r>
            <a:r>
              <a:rPr lang="en-US" sz="2667" dirty="0">
                <a:latin typeface="Host Grotesk" panose="020B0504030402000203" pitchFamily="34" charset="0"/>
              </a:rPr>
              <a:t> </a:t>
            </a:r>
            <a:r>
              <a:rPr lang="en-US" sz="2667" dirty="0" err="1">
                <a:latin typeface="Host Grotesk" panose="020B0504030402000203" pitchFamily="34" charset="0"/>
              </a:rPr>
              <a:t>nuqtai</a:t>
            </a:r>
            <a:r>
              <a:rPr lang="en-US" sz="2667" dirty="0">
                <a:latin typeface="Host Grotesk" panose="020B0504030402000203" pitchFamily="34" charset="0"/>
              </a:rPr>
              <a:t> </a:t>
            </a:r>
            <a:r>
              <a:rPr lang="en-US" sz="2667" dirty="0" err="1">
                <a:latin typeface="Host Grotesk" panose="020B0504030402000203" pitchFamily="34" charset="0"/>
              </a:rPr>
              <a:t>nazaridan</a:t>
            </a:r>
            <a:r>
              <a:rPr lang="en-US" sz="2667" dirty="0">
                <a:latin typeface="Host Grotesk" panose="020B0504030402000203" pitchFamily="34" charset="0"/>
              </a:rPr>
              <a:t> </a:t>
            </a:r>
            <a:r>
              <a:rPr lang="en-US" sz="2667" dirty="0" err="1">
                <a:latin typeface="Host Grotesk" panose="020B0504030402000203" pitchFamily="34" charset="0"/>
              </a:rPr>
              <a:t>kelib</a:t>
            </a:r>
            <a:r>
              <a:rPr lang="en-US" sz="2667" dirty="0">
                <a:latin typeface="Host Grotesk" panose="020B0504030402000203" pitchFamily="34" charset="0"/>
              </a:rPr>
              <a:t> </a:t>
            </a:r>
            <a:r>
              <a:rPr lang="en-US" sz="2667" dirty="0" err="1">
                <a:latin typeface="Host Grotesk" panose="020B0504030402000203" pitchFamily="34" charset="0"/>
              </a:rPr>
              <a:t>chiqib</a:t>
            </a:r>
            <a:r>
              <a:rPr lang="en-US" sz="2667" dirty="0">
                <a:latin typeface="Host Grotesk" panose="020B0504030402000203" pitchFamily="34" charset="0"/>
              </a:rPr>
              <a:t> </a:t>
            </a:r>
            <a:r>
              <a:rPr lang="en-US" sz="2667" dirty="0" err="1">
                <a:latin typeface="Host Grotesk" panose="020B0504030402000203" pitchFamily="34" charset="0"/>
              </a:rPr>
              <a:t>shakllantiring</a:t>
            </a:r>
            <a:r>
              <a:rPr lang="en-US" sz="2667" dirty="0">
                <a:latin typeface="Host Grotesk" panose="020B0504030402000203" pitchFamily="34" charset="0"/>
              </a:rPr>
              <a:t>.</a:t>
            </a:r>
          </a:p>
          <a:p>
            <a:pPr lvl="1" indent="-507987">
              <a:buSzPts val="2400"/>
            </a:pPr>
            <a:r>
              <a:rPr lang="en-US" sz="2667" dirty="0" err="1">
                <a:latin typeface="Host Grotesk" panose="020B0504030402000203" pitchFamily="34" charset="0"/>
              </a:rPr>
              <a:t>Misol</a:t>
            </a:r>
            <a:r>
              <a:rPr lang="en-US" sz="2667" dirty="0">
                <a:latin typeface="Host Grotesk" panose="020B0504030402000203" pitchFamily="34" charset="0"/>
              </a:rPr>
              <a:t> </a:t>
            </a:r>
            <a:r>
              <a:rPr lang="en-US" sz="2667" dirty="0" err="1">
                <a:latin typeface="Host Grotesk" panose="020B0504030402000203" pitchFamily="34" charset="0"/>
              </a:rPr>
              <a:t>uchun</a:t>
            </a:r>
            <a:r>
              <a:rPr lang="en-US" sz="2667" dirty="0">
                <a:latin typeface="Host Grotesk" panose="020B0504030402000203" pitchFamily="34" charset="0"/>
              </a:rPr>
              <a:t>, </a:t>
            </a:r>
            <a:r>
              <a:rPr lang="en-US" sz="2667" dirty="0" err="1">
                <a:latin typeface="Host Grotesk" panose="020B0504030402000203" pitchFamily="34" charset="0"/>
              </a:rPr>
              <a:t>ota-ona</a:t>
            </a:r>
            <a:r>
              <a:rPr lang="en-US" sz="2667" dirty="0">
                <a:latin typeface="Host Grotesk" panose="020B0504030402000203" pitchFamily="34" charset="0"/>
              </a:rPr>
              <a:t> </a:t>
            </a:r>
            <a:r>
              <a:rPr lang="en-US" sz="2667" dirty="0" err="1">
                <a:latin typeface="Host Grotesk" panose="020B0504030402000203" pitchFamily="34" charset="0"/>
              </a:rPr>
              <a:t>o‘quvchilarning</a:t>
            </a:r>
            <a:r>
              <a:rPr lang="en-US" sz="2667" dirty="0">
                <a:latin typeface="Host Grotesk" panose="020B0504030402000203" pitchFamily="34" charset="0"/>
              </a:rPr>
              <a:t> </a:t>
            </a:r>
            <a:r>
              <a:rPr lang="en-US" sz="2667" dirty="0" err="1">
                <a:latin typeface="Host Grotesk" panose="020B0504030402000203" pitchFamily="34" charset="0"/>
              </a:rPr>
              <a:t>sun’iy</a:t>
            </a:r>
            <a:r>
              <a:rPr lang="en-US" sz="2667" dirty="0">
                <a:latin typeface="Host Grotesk" panose="020B0504030402000203" pitchFamily="34" charset="0"/>
              </a:rPr>
              <a:t> </a:t>
            </a:r>
            <a:r>
              <a:rPr lang="en-US" sz="2667" dirty="0" err="1">
                <a:latin typeface="Host Grotesk" panose="020B0504030402000203" pitchFamily="34" charset="0"/>
              </a:rPr>
              <a:t>idrokdan</a:t>
            </a:r>
            <a:r>
              <a:rPr lang="en-US" sz="2667" dirty="0">
                <a:latin typeface="Host Grotesk" panose="020B0504030402000203" pitchFamily="34" charset="0"/>
              </a:rPr>
              <a:t> </a:t>
            </a:r>
            <a:r>
              <a:rPr lang="en-US" sz="2667" dirty="0" err="1">
                <a:latin typeface="Host Grotesk" panose="020B0504030402000203" pitchFamily="34" charset="0"/>
              </a:rPr>
              <a:t>foydalanishi</a:t>
            </a:r>
            <a:r>
              <a:rPr lang="en-US" sz="2667" dirty="0">
                <a:latin typeface="Host Grotesk" panose="020B0504030402000203" pitchFamily="34" charset="0"/>
              </a:rPr>
              <a:t> </a:t>
            </a:r>
            <a:r>
              <a:rPr lang="en-US" sz="2667" dirty="0" err="1">
                <a:latin typeface="Host Grotesk" panose="020B0504030402000203" pitchFamily="34" charset="0"/>
              </a:rPr>
              <a:t>masalasiga</a:t>
            </a:r>
            <a:r>
              <a:rPr lang="en-US" sz="2667" dirty="0">
                <a:latin typeface="Host Grotesk" panose="020B0504030402000203" pitchFamily="34" charset="0"/>
              </a:rPr>
              <a:t> </a:t>
            </a:r>
            <a:r>
              <a:rPr lang="en-US" sz="2667" dirty="0" err="1">
                <a:latin typeface="Host Grotesk" panose="020B0504030402000203" pitchFamily="34" charset="0"/>
              </a:rPr>
              <a:t>texnologik</a:t>
            </a:r>
            <a:r>
              <a:rPr lang="en-US" sz="2667" dirty="0">
                <a:latin typeface="Host Grotesk" panose="020B0504030402000203" pitchFamily="34" charset="0"/>
              </a:rPr>
              <a:t> </a:t>
            </a:r>
            <a:r>
              <a:rPr lang="en-US" sz="2667" dirty="0" err="1">
                <a:latin typeface="Host Grotesk" panose="020B0504030402000203" pitchFamily="34" charset="0"/>
              </a:rPr>
              <a:t>kompaniya</a:t>
            </a:r>
            <a:r>
              <a:rPr lang="en-US" sz="2667" dirty="0">
                <a:latin typeface="Host Grotesk" panose="020B0504030402000203" pitchFamily="34" charset="0"/>
              </a:rPr>
              <a:t> </a:t>
            </a:r>
            <a:r>
              <a:rPr lang="en-US" sz="2667" dirty="0" err="1">
                <a:latin typeface="Host Grotesk" panose="020B0504030402000203" pitchFamily="34" charset="0"/>
              </a:rPr>
              <a:t>rahbaridan</a:t>
            </a:r>
            <a:r>
              <a:rPr lang="en-US" sz="2667" dirty="0">
                <a:latin typeface="Host Grotesk" panose="020B0504030402000203" pitchFamily="34" charset="0"/>
              </a:rPr>
              <a:t> </a:t>
            </a:r>
            <a:r>
              <a:rPr lang="en-US" sz="2667" dirty="0" err="1">
                <a:latin typeface="Host Grotesk" panose="020B0504030402000203" pitchFamily="34" charset="0"/>
              </a:rPr>
              <a:t>ko'ra</a:t>
            </a:r>
            <a:r>
              <a:rPr lang="en-US" sz="2667" dirty="0">
                <a:latin typeface="Host Grotesk" panose="020B0504030402000203" pitchFamily="34" charset="0"/>
              </a:rPr>
              <a:t> </a:t>
            </a:r>
            <a:r>
              <a:rPr lang="en-US" sz="2667" dirty="0" err="1">
                <a:latin typeface="Host Grotesk" panose="020B0504030402000203" pitchFamily="34" charset="0"/>
              </a:rPr>
              <a:t>boshqacha</a:t>
            </a:r>
            <a:r>
              <a:rPr lang="en-US" sz="2667" dirty="0">
                <a:latin typeface="Host Grotesk" panose="020B0504030402000203" pitchFamily="34" charset="0"/>
              </a:rPr>
              <a:t> </a:t>
            </a:r>
            <a:r>
              <a:rPr lang="en-US" sz="2667" dirty="0" err="1">
                <a:latin typeface="Host Grotesk" panose="020B0504030402000203" pitchFamily="34" charset="0"/>
              </a:rPr>
              <a:t>munosabat</a:t>
            </a:r>
            <a:r>
              <a:rPr lang="en-US" sz="2667" dirty="0">
                <a:latin typeface="Host Grotesk" panose="020B0504030402000203" pitchFamily="34" charset="0"/>
              </a:rPr>
              <a:t> </a:t>
            </a:r>
            <a:r>
              <a:rPr lang="en-US" sz="2667" dirty="0" err="1">
                <a:latin typeface="Host Grotesk" panose="020B0504030402000203" pitchFamily="34" charset="0"/>
              </a:rPr>
              <a:t>bildirishi</a:t>
            </a:r>
            <a:r>
              <a:rPr lang="en-US" sz="2667" dirty="0">
                <a:latin typeface="Host Grotesk" panose="020B0504030402000203" pitchFamily="34" charset="0"/>
              </a:rPr>
              <a:t> </a:t>
            </a:r>
            <a:r>
              <a:rPr lang="en-US" sz="2667" dirty="0" err="1">
                <a:latin typeface="Host Grotesk" panose="020B0504030402000203" pitchFamily="34" charset="0"/>
              </a:rPr>
              <a:t>mumkin</a:t>
            </a:r>
            <a:r>
              <a:rPr lang="en-US" sz="2667" dirty="0">
                <a:latin typeface="Host Grotesk" panose="020B0504030402000203" pitchFamily="34" charset="0"/>
              </a:rPr>
              <a:t>. </a:t>
            </a:r>
          </a:p>
          <a:p>
            <a:pPr indent="-507987">
              <a:buSzPts val="2400"/>
            </a:pPr>
            <a:r>
              <a:rPr lang="en-US" sz="2667" dirty="0" err="1">
                <a:latin typeface="Host Grotesk" panose="020B0504030402000203" pitchFamily="34" charset="0"/>
              </a:rPr>
              <a:t>Hurmat</a:t>
            </a:r>
            <a:r>
              <a:rPr lang="en-US" sz="2667" dirty="0">
                <a:latin typeface="Host Grotesk" panose="020B0504030402000203" pitchFamily="34" charset="0"/>
              </a:rPr>
              <a:t> </a:t>
            </a:r>
            <a:r>
              <a:rPr lang="en-US" sz="2667" dirty="0" err="1">
                <a:latin typeface="Host Grotesk" panose="020B0504030402000203" pitchFamily="34" charset="0"/>
              </a:rPr>
              <a:t>bilan</a:t>
            </a:r>
            <a:r>
              <a:rPr lang="en-US" sz="2667" dirty="0">
                <a:latin typeface="Host Grotesk" panose="020B0504030402000203" pitchFamily="34" charset="0"/>
              </a:rPr>
              <a:t>, </a:t>
            </a:r>
            <a:r>
              <a:rPr lang="en-US" sz="2667" dirty="0" err="1">
                <a:latin typeface="Host Grotesk" panose="020B0504030402000203" pitchFamily="34" charset="0"/>
              </a:rPr>
              <a:t>do’stona</a:t>
            </a:r>
            <a:r>
              <a:rPr lang="en-US" sz="2667" dirty="0">
                <a:latin typeface="Host Grotesk" panose="020B0504030402000203" pitchFamily="34" charset="0"/>
              </a:rPr>
              <a:t> </a:t>
            </a:r>
            <a:r>
              <a:rPr lang="en-US" sz="2667" dirty="0" err="1">
                <a:latin typeface="Host Grotesk" panose="020B0504030402000203" pitchFamily="34" charset="0"/>
              </a:rPr>
              <a:t>va</a:t>
            </a:r>
            <a:r>
              <a:rPr lang="en-US" sz="2667" dirty="0">
                <a:latin typeface="Host Grotesk" panose="020B0504030402000203" pitchFamily="34" charset="0"/>
              </a:rPr>
              <a:t> </a:t>
            </a:r>
            <a:r>
              <a:rPr lang="en-US" sz="2667" dirty="0" err="1">
                <a:latin typeface="Host Grotesk" panose="020B0504030402000203" pitchFamily="34" charset="0"/>
              </a:rPr>
              <a:t>xolis</a:t>
            </a:r>
            <a:r>
              <a:rPr lang="en-US" sz="2667" dirty="0">
                <a:latin typeface="Host Grotesk" panose="020B0504030402000203" pitchFamily="34" charset="0"/>
              </a:rPr>
              <a:t> </a:t>
            </a:r>
            <a:r>
              <a:rPr lang="en-US" sz="2667" dirty="0" err="1">
                <a:latin typeface="Host Grotesk" panose="020B0504030402000203" pitchFamily="34" charset="0"/>
              </a:rPr>
              <a:t>so’zlardan</a:t>
            </a:r>
            <a:r>
              <a:rPr lang="en-US" sz="2667" dirty="0">
                <a:latin typeface="Host Grotesk" panose="020B0504030402000203" pitchFamily="34" charset="0"/>
              </a:rPr>
              <a:t> </a:t>
            </a:r>
            <a:r>
              <a:rPr lang="en-US" sz="2667" dirty="0" err="1">
                <a:latin typeface="Host Grotesk" panose="020B0504030402000203" pitchFamily="34" charset="0"/>
              </a:rPr>
              <a:t>foydalanib</a:t>
            </a:r>
            <a:r>
              <a:rPr lang="en-US" sz="2667" dirty="0">
                <a:latin typeface="Host Grotesk" panose="020B0504030402000203" pitchFamily="34" charset="0"/>
              </a:rPr>
              <a:t> </a:t>
            </a:r>
            <a:r>
              <a:rPr lang="en-US" sz="2667" dirty="0" err="1">
                <a:latin typeface="Host Grotesk" panose="020B0504030402000203" pitchFamily="34" charset="0"/>
              </a:rPr>
              <a:t>gapiring</a:t>
            </a:r>
            <a:r>
              <a:rPr lang="en-US" sz="2667" dirty="0">
                <a:latin typeface="Host Grotesk" panose="020B0504030402000203" pitchFamily="34" charset="0"/>
              </a:rPr>
              <a:t>.</a:t>
            </a:r>
          </a:p>
          <a:p>
            <a:pPr indent="-507987">
              <a:buSzPts val="2400"/>
            </a:pPr>
            <a:r>
              <a:rPr lang="en-US" sz="2667" dirty="0" err="1">
                <a:latin typeface="Host Grotesk" panose="020B0504030402000203" pitchFamily="34" charset="0"/>
              </a:rPr>
              <a:t>Turlicha</a:t>
            </a:r>
            <a:r>
              <a:rPr lang="en-US" sz="2667" dirty="0">
                <a:latin typeface="Host Grotesk" panose="020B0504030402000203" pitchFamily="34" charset="0"/>
              </a:rPr>
              <a:t> </a:t>
            </a:r>
            <a:r>
              <a:rPr lang="en-US" sz="2667" dirty="0" err="1">
                <a:latin typeface="Host Grotesk" panose="020B0504030402000203" pitchFamily="34" charset="0"/>
              </a:rPr>
              <a:t>fikrlarga</a:t>
            </a:r>
            <a:r>
              <a:rPr lang="en-US" sz="2667" dirty="0">
                <a:latin typeface="Host Grotesk" panose="020B0504030402000203" pitchFamily="34" charset="0"/>
              </a:rPr>
              <a:t> </a:t>
            </a:r>
            <a:r>
              <a:rPr lang="en-US" sz="2667" dirty="0" err="1">
                <a:latin typeface="Host Grotesk" panose="020B0504030402000203" pitchFamily="34" charset="0"/>
              </a:rPr>
              <a:t>ochiq</a:t>
            </a:r>
            <a:r>
              <a:rPr lang="en-US" sz="2667" dirty="0">
                <a:latin typeface="Host Grotesk" panose="020B0504030402000203" pitchFamily="34" charset="0"/>
              </a:rPr>
              <a:t> </a:t>
            </a:r>
            <a:r>
              <a:rPr lang="en-US" sz="2667" dirty="0" err="1">
                <a:latin typeface="Host Grotesk" panose="020B0504030402000203" pitchFamily="34" charset="0"/>
              </a:rPr>
              <a:t>bo’ling</a:t>
            </a:r>
            <a:r>
              <a:rPr lang="en-US" sz="2667" dirty="0">
                <a:latin typeface="Host Grotesk" panose="020B0504030402000203" pitchFamily="34" charset="0"/>
              </a:rPr>
              <a:t> – </a:t>
            </a:r>
            <a:r>
              <a:rPr lang="en-US" sz="2667" dirty="0" err="1">
                <a:latin typeface="Host Grotesk" panose="020B0504030402000203" pitchFamily="34" charset="0"/>
              </a:rPr>
              <a:t>kelishmaslikka</a:t>
            </a:r>
            <a:r>
              <a:rPr lang="en-US" sz="2667" dirty="0">
                <a:latin typeface="Host Grotesk" panose="020B0504030402000203" pitchFamily="34" charset="0"/>
              </a:rPr>
              <a:t> </a:t>
            </a:r>
            <a:r>
              <a:rPr lang="en-US" sz="2667" dirty="0" err="1">
                <a:latin typeface="Host Grotesk" panose="020B0504030402000203" pitchFamily="34" charset="0"/>
              </a:rPr>
              <a:t>kelishish</a:t>
            </a:r>
            <a:r>
              <a:rPr lang="en-US" sz="2667" dirty="0">
                <a:latin typeface="Host Grotesk" panose="020B0504030402000203" pitchFamily="34" charset="0"/>
              </a:rPr>
              <a:t> ham </a:t>
            </a:r>
            <a:r>
              <a:rPr lang="en-US" sz="2667" dirty="0" err="1">
                <a:latin typeface="Host Grotesk" panose="020B0504030402000203" pitchFamily="34" charset="0"/>
              </a:rPr>
              <a:t>madaniyatdir</a:t>
            </a:r>
            <a:r>
              <a:rPr lang="en-US" sz="2667" dirty="0">
                <a:latin typeface="Host Grotesk" panose="020B0504030402000203" pitchFamily="34" charset="0"/>
              </a:rPr>
              <a:t>.</a:t>
            </a:r>
          </a:p>
          <a:p>
            <a:pPr indent="-507987">
              <a:buSzPts val="2400"/>
            </a:pPr>
            <a:r>
              <a:rPr lang="en-US" sz="2667" dirty="0" err="1">
                <a:latin typeface="Host Grotesk" panose="020B0504030402000203" pitchFamily="34" charset="0"/>
              </a:rPr>
              <a:t>Hech</a:t>
            </a:r>
            <a:r>
              <a:rPr lang="en-US" sz="2667" dirty="0">
                <a:latin typeface="Host Grotesk" panose="020B0504030402000203" pitchFamily="34" charset="0"/>
              </a:rPr>
              <a:t> </a:t>
            </a:r>
            <a:r>
              <a:rPr lang="en-US" sz="2667" dirty="0" err="1">
                <a:latin typeface="Host Grotesk" panose="020B0504030402000203" pitchFamily="34" charset="0"/>
              </a:rPr>
              <a:t>kimning</a:t>
            </a:r>
            <a:r>
              <a:rPr lang="en-US" sz="2667" dirty="0">
                <a:latin typeface="Host Grotesk" panose="020B0504030402000203" pitchFamily="34" charset="0"/>
              </a:rPr>
              <a:t> </a:t>
            </a:r>
            <a:r>
              <a:rPr lang="en-US" sz="2667" dirty="0" err="1">
                <a:latin typeface="Host Grotesk" panose="020B0504030402000203" pitchFamily="34" charset="0"/>
              </a:rPr>
              <a:t>so‘zini</a:t>
            </a:r>
            <a:r>
              <a:rPr lang="en-US" sz="2667" dirty="0">
                <a:latin typeface="Host Grotesk" panose="020B0504030402000203" pitchFamily="34" charset="0"/>
              </a:rPr>
              <a:t> </a:t>
            </a:r>
            <a:r>
              <a:rPr lang="en-US" sz="2667" dirty="0" err="1">
                <a:latin typeface="Host Grotesk" panose="020B0504030402000203" pitchFamily="34" charset="0"/>
              </a:rPr>
              <a:t>bo‘lmang</a:t>
            </a:r>
            <a:r>
              <a:rPr lang="en-US" sz="2667" dirty="0">
                <a:latin typeface="Host Grotesk" panose="020B0504030402000203" pitchFamily="34" charset="0"/>
              </a:rPr>
              <a:t>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667" dirty="0">
              <a:latin typeface="Host Grotesk" panose="020B0504030402000203" pitchFamily="34" charset="0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667" dirty="0">
                <a:latin typeface="Host Grotesk" panose="020B0504030402000203" pitchFamily="34" charset="0"/>
              </a:rPr>
              <a:t>Yana </a:t>
            </a:r>
            <a:r>
              <a:rPr lang="en-US" sz="2667" dirty="0" err="1">
                <a:latin typeface="Host Grotesk" panose="020B0504030402000203" pitchFamily="34" charset="0"/>
              </a:rPr>
              <a:t>nimalarga</a:t>
            </a:r>
            <a:r>
              <a:rPr lang="en-US" sz="2667" dirty="0">
                <a:latin typeface="Host Grotesk" panose="020B0504030402000203" pitchFamily="34" charset="0"/>
              </a:rPr>
              <a:t> </a:t>
            </a:r>
            <a:r>
              <a:rPr lang="en-US" sz="2667" dirty="0" err="1">
                <a:latin typeface="Host Grotesk" panose="020B0504030402000203" pitchFamily="34" charset="0"/>
              </a:rPr>
              <a:t>e’tibor</a:t>
            </a:r>
            <a:r>
              <a:rPr lang="en-US" sz="2667" dirty="0">
                <a:latin typeface="Host Grotesk" panose="020B0504030402000203" pitchFamily="34" charset="0"/>
              </a:rPr>
              <a:t> </a:t>
            </a:r>
            <a:r>
              <a:rPr lang="en-US" sz="2667" dirty="0" err="1">
                <a:latin typeface="Host Grotesk" panose="020B0504030402000203" pitchFamily="34" charset="0"/>
              </a:rPr>
              <a:t>berishimiz</a:t>
            </a:r>
            <a:r>
              <a:rPr lang="en-US" sz="2667" dirty="0">
                <a:latin typeface="Host Grotesk" panose="020B0504030402000203" pitchFamily="34" charset="0"/>
              </a:rPr>
              <a:t> </a:t>
            </a:r>
            <a:r>
              <a:rPr lang="en-US" sz="2667" dirty="0" err="1">
                <a:latin typeface="Host Grotesk" panose="020B0504030402000203" pitchFamily="34" charset="0"/>
              </a:rPr>
              <a:t>kerak</a:t>
            </a:r>
            <a:r>
              <a:rPr lang="en-US" sz="2667" dirty="0">
                <a:latin typeface="Host Grotesk" panose="020B0504030402000203" pitchFamily="34" charset="0"/>
              </a:rPr>
              <a:t>?</a:t>
            </a:r>
            <a:endParaRPr lang="en-US" sz="2667" dirty="0">
              <a:latin typeface="Host Grotesk" panose="020B0504030402000203" pitchFamily="34" charset="0"/>
              <a:ea typeface="Lexend"/>
              <a:cs typeface="Lexend"/>
              <a:sym typeface="Lexend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2667" dirty="0">
              <a:latin typeface="Host Grotesk" panose="020B0504030402000203" pitchFamily="34" charset="0"/>
              <a:ea typeface="Lexend"/>
              <a:cs typeface="Lexend"/>
              <a:sym typeface="Lexend"/>
            </a:endParaRPr>
          </a:p>
        </p:txBody>
      </p:sp>
      <p:pic>
        <p:nvPicPr>
          <p:cNvPr id="4" name="Picture 3" descr="A logo on a black background&#10;&#10;Description automatically generated">
            <a:extLst>
              <a:ext uri="{FF2B5EF4-FFF2-40B4-BE49-F238E27FC236}">
                <a16:creationId xmlns:a16="http://schemas.microsoft.com/office/drawing/2014/main" id="{5BCD8754-9E46-19C1-9FF9-0505FC6A47F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966" t="41761" r="13807" b="41509"/>
          <a:stretch/>
        </p:blipFill>
        <p:spPr>
          <a:xfrm>
            <a:off x="647701" y="579038"/>
            <a:ext cx="1921348" cy="471116"/>
          </a:xfrm>
          <a:prstGeom prst="rect">
            <a:avLst/>
          </a:prstGeom>
        </p:spPr>
      </p:pic>
      <p:sp>
        <p:nvSpPr>
          <p:cNvPr id="5" name="Прямоугольник 7">
            <a:extLst>
              <a:ext uri="{FF2B5EF4-FFF2-40B4-BE49-F238E27FC236}">
                <a16:creationId xmlns:a16="http://schemas.microsoft.com/office/drawing/2014/main" id="{87DE4CF4-3FFA-B8D1-1B7E-A55B7FA567AC}"/>
              </a:ext>
            </a:extLst>
          </p:cNvPr>
          <p:cNvSpPr/>
          <p:nvPr/>
        </p:nvSpPr>
        <p:spPr>
          <a:xfrm>
            <a:off x="0" y="6278961"/>
            <a:ext cx="12192000" cy="579037"/>
          </a:xfrm>
          <a:prstGeom prst="rect">
            <a:avLst/>
          </a:prstGeom>
          <a:solidFill>
            <a:srgbClr val="4AC0F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altLang="en-US" sz="24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5" descr="A yellow star on a black background&#10;&#10;Description automatically generated">
            <a:extLst>
              <a:ext uri="{FF2B5EF4-FFF2-40B4-BE49-F238E27FC236}">
                <a16:creationId xmlns:a16="http://schemas.microsoft.com/office/drawing/2014/main" id="{6BA93F0B-89CF-A1C2-0A3F-C7615B7704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9041" y="54623"/>
            <a:ext cx="838205" cy="838205"/>
          </a:xfrm>
          <a:prstGeom prst="rect">
            <a:avLst/>
          </a:prstGeom>
        </p:spPr>
      </p:pic>
      <p:graphicFrame>
        <p:nvGraphicFramePr>
          <p:cNvPr id="7" name="Объект 7">
            <a:extLst>
              <a:ext uri="{FF2B5EF4-FFF2-40B4-BE49-F238E27FC236}">
                <a16:creationId xmlns:a16="http://schemas.microsoft.com/office/drawing/2014/main" id="{776C730A-9B4F-04D6-B5D3-6B6C353BC6F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99572896"/>
              </p:ext>
            </p:extLst>
          </p:nvPr>
        </p:nvGraphicFramePr>
        <p:xfrm>
          <a:off x="1707532" y="5762479"/>
          <a:ext cx="58166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469900" imgH="624840" progId="CorelDraw.Graphic.25">
                  <p:embed/>
                </p:oleObj>
              </mc:Choice>
              <mc:Fallback>
                <p:oleObj r:id="rId4" imgW="469900" imgH="624840" progId="CorelDraw.Graphic.25">
                  <p:embed/>
                  <p:pic>
                    <p:nvPicPr>
                      <p:cNvPr id="18" name="Объект 7">
                        <a:extLst>
                          <a:ext uri="{FF2B5EF4-FFF2-40B4-BE49-F238E27FC236}">
                            <a16:creationId xmlns:a16="http://schemas.microsoft.com/office/drawing/2014/main" id="{A44C05A6-452A-9A2C-11A9-0897B61E76F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707532" y="5762479"/>
                        <a:ext cx="58166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Объект 13">
            <a:extLst>
              <a:ext uri="{FF2B5EF4-FFF2-40B4-BE49-F238E27FC236}">
                <a16:creationId xmlns:a16="http://schemas.microsoft.com/office/drawing/2014/main" id="{8133FAD7-424E-2415-29B2-4783F2BDF75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9366441"/>
              </p:ext>
            </p:extLst>
          </p:nvPr>
        </p:nvGraphicFramePr>
        <p:xfrm>
          <a:off x="8655401" y="5102740"/>
          <a:ext cx="563689" cy="6597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663575" imgH="618490" progId="CorelDraw.Graphic.25">
                  <p:embed/>
                </p:oleObj>
              </mc:Choice>
              <mc:Fallback>
                <p:oleObj r:id="rId6" imgW="663575" imgH="618490" progId="CorelDraw.Graphic.25">
                  <p:embed/>
                  <p:pic>
                    <p:nvPicPr>
                      <p:cNvPr id="19" name="Объект 13">
                        <a:extLst>
                          <a:ext uri="{FF2B5EF4-FFF2-40B4-BE49-F238E27FC236}">
                            <a16:creationId xmlns:a16="http://schemas.microsoft.com/office/drawing/2014/main" id="{11BFDD1C-A7FB-EBDD-A1D0-6C00EFCA965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8655401" y="5102740"/>
                        <a:ext cx="563689" cy="65973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657672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2"/>
          <p:cNvSpPr txBox="1">
            <a:spLocks noGrp="1"/>
          </p:cNvSpPr>
          <p:nvPr>
            <p:ph type="subTitle" idx="1"/>
          </p:nvPr>
        </p:nvSpPr>
        <p:spPr>
          <a:xfrm>
            <a:off x="1706880" y="2655333"/>
            <a:ext cx="8989568" cy="1294875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/>
            <a:r>
              <a:rPr lang="en" sz="5600" b="1" dirty="0">
                <a:latin typeface="Host Grotesk" panose="020B0504030402000203" pitchFamily="34" charset="0"/>
                <a:ea typeface="Bitter"/>
                <a:cs typeface="Bitter"/>
                <a:sym typeface="Bitter"/>
              </a:rPr>
              <a:t>Boshlang’ich bayonotlar</a:t>
            </a:r>
            <a:endParaRPr sz="5600" b="1" dirty="0">
              <a:latin typeface="Host Grotesk" panose="020B0504030402000203" pitchFamily="34" charset="0"/>
              <a:ea typeface="Bitter"/>
              <a:cs typeface="Bitter"/>
              <a:sym typeface="Bitter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3"/>
          <p:cNvSpPr txBox="1">
            <a:spLocks noGrp="1"/>
          </p:cNvSpPr>
          <p:nvPr>
            <p:ph type="subTitle" idx="1"/>
          </p:nvPr>
        </p:nvSpPr>
        <p:spPr>
          <a:xfrm>
            <a:off x="2617217" y="2743368"/>
            <a:ext cx="7656575" cy="1239353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/>
            <a:r>
              <a:rPr lang="en" sz="5600" b="1" dirty="0">
                <a:latin typeface="Host Grotesk" panose="020B0504030402000203" pitchFamily="34" charset="0"/>
                <a:ea typeface="Bitter"/>
                <a:cs typeface="Bitter"/>
                <a:sym typeface="Bitter"/>
              </a:rPr>
              <a:t>Muhokama davrasi</a:t>
            </a:r>
            <a:endParaRPr sz="5600" b="1" dirty="0">
              <a:latin typeface="Host Grotesk" panose="020B0504030402000203" pitchFamily="34" charset="0"/>
              <a:ea typeface="Bitter"/>
              <a:cs typeface="Bitter"/>
              <a:sym typeface="Bitter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4"/>
          <p:cNvSpPr txBox="1">
            <a:spLocks noGrp="1"/>
          </p:cNvSpPr>
          <p:nvPr>
            <p:ph type="title"/>
          </p:nvPr>
        </p:nvSpPr>
        <p:spPr>
          <a:xfrm>
            <a:off x="2484407" y="322367"/>
            <a:ext cx="6734683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>
              <a:buNone/>
            </a:pPr>
            <a:r>
              <a:rPr lang="en" dirty="0">
                <a:latin typeface="Host Grotesk" panose="020B0504030402000203" pitchFamily="34" charset="0"/>
                <a:ea typeface="Bitter"/>
                <a:cs typeface="Bitter"/>
                <a:sym typeface="Bitter"/>
              </a:rPr>
              <a:t>Ikkilantirma (Dilemma) </a:t>
            </a:r>
            <a:endParaRPr dirty="0">
              <a:latin typeface="Host Grotesk" panose="020B0504030402000203" pitchFamily="34" charset="0"/>
              <a:ea typeface="Bitter"/>
              <a:cs typeface="Bitter"/>
              <a:sym typeface="Bitter"/>
            </a:endParaRPr>
          </a:p>
        </p:txBody>
      </p:sp>
      <p:sp>
        <p:nvSpPr>
          <p:cNvPr id="208" name="Google Shape;208;p34"/>
          <p:cNvSpPr txBox="1">
            <a:spLocks noGrp="1"/>
          </p:cNvSpPr>
          <p:nvPr>
            <p:ph type="body" idx="1"/>
          </p:nvPr>
        </p:nvSpPr>
        <p:spPr>
          <a:xfrm>
            <a:off x="207800" y="1903952"/>
            <a:ext cx="11776400" cy="3525552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 algn="ctr">
              <a:buNone/>
            </a:pPr>
            <a:r>
              <a:rPr lang="en-US" sz="5333" i="1" dirty="0" err="1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Maktablarda</a:t>
            </a:r>
            <a:r>
              <a:rPr lang="en-US" sz="5333" i="1" dirty="0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 </a:t>
            </a:r>
            <a:r>
              <a:rPr lang="en-US" sz="5333" i="1" dirty="0" err="1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xavfsizlikni</a:t>
            </a:r>
            <a:r>
              <a:rPr lang="en-US" sz="5333" i="1" dirty="0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 </a:t>
            </a:r>
            <a:r>
              <a:rPr lang="en-US" sz="5333" i="1" dirty="0" err="1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ta’minlash</a:t>
            </a:r>
            <a:r>
              <a:rPr lang="en-US" sz="5333" i="1" dirty="0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 </a:t>
            </a:r>
            <a:r>
              <a:rPr lang="en-US" sz="5333" i="1" dirty="0" err="1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maqsadida</a:t>
            </a:r>
            <a:r>
              <a:rPr lang="en-US" sz="5333" i="1" dirty="0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 </a:t>
            </a:r>
            <a:r>
              <a:rPr lang="en-US" sz="5333" i="1" dirty="0" err="1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yuzni</a:t>
            </a:r>
            <a:r>
              <a:rPr lang="en-US" sz="5333" i="1" dirty="0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 </a:t>
            </a:r>
            <a:r>
              <a:rPr lang="en-US" sz="5333" i="1" dirty="0" err="1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aniqlash</a:t>
            </a:r>
            <a:r>
              <a:rPr lang="en-US" sz="5333" i="1" dirty="0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 </a:t>
            </a:r>
            <a:r>
              <a:rPr lang="en-US" sz="5333" i="1" dirty="0" err="1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texnologiyasidan</a:t>
            </a:r>
            <a:r>
              <a:rPr lang="en-US" sz="5333" i="1" dirty="0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 </a:t>
            </a:r>
            <a:r>
              <a:rPr lang="en-US" sz="5333" i="1" dirty="0" err="1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foydalanishga</a:t>
            </a:r>
            <a:r>
              <a:rPr lang="en-US" sz="5333" i="1" dirty="0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 </a:t>
            </a:r>
            <a:r>
              <a:rPr lang="en-US" sz="5333" i="1" dirty="0" err="1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ruxsat</a:t>
            </a:r>
            <a:r>
              <a:rPr lang="en-US" sz="5333" i="1" dirty="0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 </a:t>
            </a:r>
            <a:r>
              <a:rPr lang="en-US" sz="5333" i="1" dirty="0" err="1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berilishi</a:t>
            </a:r>
            <a:r>
              <a:rPr lang="en-US" sz="5333" i="1" dirty="0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 </a:t>
            </a:r>
            <a:r>
              <a:rPr lang="en-US" sz="5333" i="1" dirty="0" err="1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kerakmi</a:t>
            </a:r>
            <a:r>
              <a:rPr lang="en-US" sz="5333" i="1" dirty="0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?</a:t>
            </a:r>
            <a:endParaRPr dirty="0">
              <a:latin typeface="Host Grotesk" panose="020B0504030402000203" pitchFamily="34" charset="0"/>
            </a:endParaRPr>
          </a:p>
        </p:txBody>
      </p:sp>
      <p:pic>
        <p:nvPicPr>
          <p:cNvPr id="2" name="Picture 1" descr="A logo on a black background&#10;&#10;Description automatically generated">
            <a:extLst>
              <a:ext uri="{FF2B5EF4-FFF2-40B4-BE49-F238E27FC236}">
                <a16:creationId xmlns:a16="http://schemas.microsoft.com/office/drawing/2014/main" id="{ECDDA5D9-CCDB-AD30-049B-F2E18E9A7A7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966" t="41761" r="13807" b="41509"/>
          <a:stretch/>
        </p:blipFill>
        <p:spPr>
          <a:xfrm>
            <a:off x="647701" y="579038"/>
            <a:ext cx="1921348" cy="471116"/>
          </a:xfrm>
          <a:prstGeom prst="rect">
            <a:avLst/>
          </a:prstGeom>
        </p:spPr>
      </p:pic>
      <p:sp>
        <p:nvSpPr>
          <p:cNvPr id="3" name="Прямоугольник 7">
            <a:extLst>
              <a:ext uri="{FF2B5EF4-FFF2-40B4-BE49-F238E27FC236}">
                <a16:creationId xmlns:a16="http://schemas.microsoft.com/office/drawing/2014/main" id="{FF274F62-8376-50E9-D5EE-4B21ADC97319}"/>
              </a:ext>
            </a:extLst>
          </p:cNvPr>
          <p:cNvSpPr/>
          <p:nvPr/>
        </p:nvSpPr>
        <p:spPr>
          <a:xfrm>
            <a:off x="0" y="5934975"/>
            <a:ext cx="12192000" cy="923024"/>
          </a:xfrm>
          <a:prstGeom prst="rect">
            <a:avLst/>
          </a:prstGeom>
          <a:solidFill>
            <a:srgbClr val="4AC0F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altLang="en-US" sz="24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4" name="Picture 3" descr="A yellow star on a black background&#10;&#10;Description automatically generated">
            <a:extLst>
              <a:ext uri="{FF2B5EF4-FFF2-40B4-BE49-F238E27FC236}">
                <a16:creationId xmlns:a16="http://schemas.microsoft.com/office/drawing/2014/main" id="{AEE3D396-ECD7-7027-353B-C5CA8C6BAF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388" y="-112006"/>
            <a:ext cx="838205" cy="838205"/>
          </a:xfrm>
          <a:prstGeom prst="rect">
            <a:avLst/>
          </a:prstGeom>
        </p:spPr>
      </p:pic>
      <p:graphicFrame>
        <p:nvGraphicFramePr>
          <p:cNvPr id="5" name="Объект 7">
            <a:extLst>
              <a:ext uri="{FF2B5EF4-FFF2-40B4-BE49-F238E27FC236}">
                <a16:creationId xmlns:a16="http://schemas.microsoft.com/office/drawing/2014/main" id="{B0753BA4-C531-BBB6-44AC-2ED4D233180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1648539"/>
              </p:ext>
            </p:extLst>
          </p:nvPr>
        </p:nvGraphicFramePr>
        <p:xfrm>
          <a:off x="1664003" y="5541275"/>
          <a:ext cx="58166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469900" imgH="624840" progId="CorelDraw.Graphic.25">
                  <p:embed/>
                </p:oleObj>
              </mc:Choice>
              <mc:Fallback>
                <p:oleObj r:id="rId5" imgW="469900" imgH="624840" progId="CorelDraw.Graphic.25">
                  <p:embed/>
                  <p:pic>
                    <p:nvPicPr>
                      <p:cNvPr id="7" name="Объект 7">
                        <a:extLst>
                          <a:ext uri="{FF2B5EF4-FFF2-40B4-BE49-F238E27FC236}">
                            <a16:creationId xmlns:a16="http://schemas.microsoft.com/office/drawing/2014/main" id="{776C730A-9B4F-04D6-B5D3-6B6C353BC6F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664003" y="5541275"/>
                        <a:ext cx="58166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Объект 13">
            <a:extLst>
              <a:ext uri="{FF2B5EF4-FFF2-40B4-BE49-F238E27FC236}">
                <a16:creationId xmlns:a16="http://schemas.microsoft.com/office/drawing/2014/main" id="{AC34880F-ADCE-7D69-25A6-3B72CE148EB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97074049"/>
              </p:ext>
            </p:extLst>
          </p:nvPr>
        </p:nvGraphicFramePr>
        <p:xfrm>
          <a:off x="8655401" y="5275236"/>
          <a:ext cx="563689" cy="6597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663575" imgH="618490" progId="CorelDraw.Graphic.25">
                  <p:embed/>
                </p:oleObj>
              </mc:Choice>
              <mc:Fallback>
                <p:oleObj r:id="rId7" imgW="663575" imgH="618490" progId="CorelDraw.Graphic.25">
                  <p:embed/>
                  <p:pic>
                    <p:nvPicPr>
                      <p:cNvPr id="8" name="Объект 13">
                        <a:extLst>
                          <a:ext uri="{FF2B5EF4-FFF2-40B4-BE49-F238E27FC236}">
                            <a16:creationId xmlns:a16="http://schemas.microsoft.com/office/drawing/2014/main" id="{8133FAD7-424E-2415-29B2-4783F2BDF75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655401" y="5275236"/>
                        <a:ext cx="563689" cy="65973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5"/>
          <p:cNvSpPr txBox="1">
            <a:spLocks noGrp="1"/>
          </p:cNvSpPr>
          <p:nvPr>
            <p:ph type="body" idx="1"/>
          </p:nvPr>
        </p:nvSpPr>
        <p:spPr>
          <a:xfrm>
            <a:off x="0" y="2177872"/>
            <a:ext cx="12192000" cy="3462528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 algn="ctr">
              <a:buNone/>
            </a:pPr>
            <a:r>
              <a:rPr lang="en-US" sz="4800" i="1" dirty="0" err="1">
                <a:solidFill>
                  <a:schemeClr val="dk1"/>
                </a:solidFill>
                <a:latin typeface="Host Grotesk" panose="020B0504030402000203" pitchFamily="34" charset="0"/>
                <a:ea typeface="Bitter"/>
                <a:cs typeface="Rubik" panose="020B0604020202020204" charset="-79"/>
                <a:sym typeface="Bitter"/>
              </a:rPr>
              <a:t>O‘qituvchilar</a:t>
            </a:r>
            <a:r>
              <a:rPr lang="en-US" sz="4800" i="1" dirty="0">
                <a:solidFill>
                  <a:schemeClr val="dk1"/>
                </a:solidFill>
                <a:latin typeface="Host Grotesk" panose="020B0504030402000203" pitchFamily="34" charset="0"/>
                <a:ea typeface="Bitter"/>
                <a:cs typeface="Rubik" panose="020B0604020202020204" charset="-79"/>
                <a:sym typeface="Bitter"/>
              </a:rPr>
              <a:t> </a:t>
            </a:r>
            <a:r>
              <a:rPr lang="en-US" sz="4800" i="1" dirty="0" err="1">
                <a:solidFill>
                  <a:schemeClr val="dk1"/>
                </a:solidFill>
                <a:latin typeface="Host Grotesk" panose="020B0504030402000203" pitchFamily="34" charset="0"/>
                <a:ea typeface="Bitter"/>
                <a:cs typeface="Rubik" panose="020B0604020202020204" charset="-79"/>
                <a:sym typeface="Bitter"/>
              </a:rPr>
              <a:t>sun’iy</a:t>
            </a:r>
            <a:r>
              <a:rPr lang="en-US" sz="4800" i="1" dirty="0">
                <a:solidFill>
                  <a:schemeClr val="dk1"/>
                </a:solidFill>
                <a:latin typeface="Host Grotesk" panose="020B0504030402000203" pitchFamily="34" charset="0"/>
                <a:ea typeface="Bitter"/>
                <a:cs typeface="Rubik" panose="020B0604020202020204" charset="-79"/>
                <a:sym typeface="Bitter"/>
              </a:rPr>
              <a:t> </a:t>
            </a:r>
            <a:r>
              <a:rPr lang="en-US" sz="4800" i="1" dirty="0" err="1">
                <a:solidFill>
                  <a:schemeClr val="dk1"/>
                </a:solidFill>
                <a:latin typeface="Host Grotesk" panose="020B0504030402000203" pitchFamily="34" charset="0"/>
                <a:ea typeface="Bitter"/>
                <a:cs typeface="Rubik" panose="020B0604020202020204" charset="-79"/>
                <a:sym typeface="Bitter"/>
              </a:rPr>
              <a:t>idrok</a:t>
            </a:r>
            <a:r>
              <a:rPr lang="en-US" sz="4800" i="1" dirty="0">
                <a:solidFill>
                  <a:schemeClr val="dk1"/>
                </a:solidFill>
                <a:latin typeface="Host Grotesk" panose="020B0504030402000203" pitchFamily="34" charset="0"/>
                <a:ea typeface="Bitter"/>
                <a:cs typeface="Rubik" panose="020B0604020202020204" charset="-79"/>
                <a:sym typeface="Bitter"/>
              </a:rPr>
              <a:t> </a:t>
            </a:r>
            <a:r>
              <a:rPr lang="en-US" sz="4800" i="1" dirty="0" err="1">
                <a:solidFill>
                  <a:schemeClr val="dk1"/>
                </a:solidFill>
                <a:latin typeface="Host Grotesk" panose="020B0504030402000203" pitchFamily="34" charset="0"/>
                <a:ea typeface="Bitter"/>
                <a:cs typeface="Rubik" panose="020B0604020202020204" charset="-79"/>
                <a:sym typeface="Bitter"/>
              </a:rPr>
              <a:t>vositalaridan</a:t>
            </a:r>
            <a:r>
              <a:rPr lang="en-US" sz="4800" i="1" dirty="0">
                <a:solidFill>
                  <a:schemeClr val="dk1"/>
                </a:solidFill>
                <a:latin typeface="Host Grotesk" panose="020B0504030402000203" pitchFamily="34" charset="0"/>
                <a:ea typeface="Bitter"/>
                <a:cs typeface="Rubik" panose="020B0604020202020204" charset="-79"/>
                <a:sym typeface="Bitter"/>
              </a:rPr>
              <a:t> </a:t>
            </a:r>
            <a:r>
              <a:rPr lang="en-US" sz="4800" i="1" dirty="0" err="1">
                <a:solidFill>
                  <a:schemeClr val="dk1"/>
                </a:solidFill>
                <a:latin typeface="Host Grotesk" panose="020B0504030402000203" pitchFamily="34" charset="0"/>
                <a:ea typeface="Bitter"/>
                <a:cs typeface="Rubik" panose="020B0604020202020204" charset="-79"/>
                <a:sym typeface="Bitter"/>
              </a:rPr>
              <a:t>foydalanib</a:t>
            </a:r>
            <a:r>
              <a:rPr lang="en-US" sz="4800" i="1" dirty="0">
                <a:solidFill>
                  <a:schemeClr val="dk1"/>
                </a:solidFill>
                <a:latin typeface="Host Grotesk" panose="020B0504030402000203" pitchFamily="34" charset="0"/>
                <a:ea typeface="Bitter"/>
                <a:cs typeface="Rubik" panose="020B0604020202020204" charset="-79"/>
                <a:sym typeface="Bitter"/>
              </a:rPr>
              <a:t> </a:t>
            </a:r>
            <a:r>
              <a:rPr lang="en-US" sz="4800" i="1" dirty="0" err="1">
                <a:solidFill>
                  <a:schemeClr val="dk1"/>
                </a:solidFill>
                <a:latin typeface="Host Grotesk" panose="020B0504030402000203" pitchFamily="34" charset="0"/>
                <a:ea typeface="Bitter"/>
                <a:cs typeface="Rubik" panose="020B0604020202020204" charset="-79"/>
                <a:sym typeface="Bitter"/>
              </a:rPr>
              <a:t>ko‘chirmachilik</a:t>
            </a:r>
            <a:r>
              <a:rPr lang="en-US" sz="4800" i="1" dirty="0">
                <a:solidFill>
                  <a:schemeClr val="dk1"/>
                </a:solidFill>
                <a:latin typeface="Host Grotesk" panose="020B0504030402000203" pitchFamily="34" charset="0"/>
                <a:ea typeface="Bitter"/>
                <a:cs typeface="Rubik" panose="020B0604020202020204" charset="-79"/>
                <a:sym typeface="Bitter"/>
              </a:rPr>
              <a:t> </a:t>
            </a:r>
            <a:r>
              <a:rPr lang="en-US" sz="4800" i="1" dirty="0" err="1">
                <a:solidFill>
                  <a:schemeClr val="dk1"/>
                </a:solidFill>
                <a:latin typeface="Host Grotesk" panose="020B0504030402000203" pitchFamily="34" charset="0"/>
                <a:ea typeface="Bitter"/>
                <a:cs typeface="Rubik" panose="020B0604020202020204" charset="-79"/>
                <a:sym typeface="Bitter"/>
              </a:rPr>
              <a:t>qilgan</a:t>
            </a:r>
            <a:r>
              <a:rPr lang="en-US" sz="4800" i="1" dirty="0">
                <a:solidFill>
                  <a:schemeClr val="dk1"/>
                </a:solidFill>
                <a:latin typeface="Host Grotesk" panose="020B0504030402000203" pitchFamily="34" charset="0"/>
                <a:ea typeface="Bitter"/>
                <a:cs typeface="Rubik" panose="020B0604020202020204" charset="-79"/>
                <a:sym typeface="Bitter"/>
              </a:rPr>
              <a:t> (</a:t>
            </a:r>
            <a:r>
              <a:rPr lang="en-US" sz="4800" i="1" dirty="0" err="1">
                <a:solidFill>
                  <a:schemeClr val="dk1"/>
                </a:solidFill>
                <a:latin typeface="Host Grotesk" panose="020B0504030402000203" pitchFamily="34" charset="0"/>
                <a:ea typeface="Bitter"/>
                <a:cs typeface="Rubik" panose="020B0604020202020204" charset="-79"/>
                <a:sym typeface="Bitter"/>
              </a:rPr>
              <a:t>plagiat</a:t>
            </a:r>
            <a:r>
              <a:rPr lang="en-US" sz="4800" i="1" dirty="0">
                <a:solidFill>
                  <a:schemeClr val="dk1"/>
                </a:solidFill>
                <a:latin typeface="Host Grotesk" panose="020B0504030402000203" pitchFamily="34" charset="0"/>
                <a:ea typeface="Bitter"/>
                <a:cs typeface="Rubik" panose="020B0604020202020204" charset="-79"/>
                <a:sym typeface="Bitter"/>
              </a:rPr>
              <a:t> </a:t>
            </a:r>
            <a:r>
              <a:rPr lang="en-US" sz="4800" i="1" dirty="0" err="1">
                <a:solidFill>
                  <a:schemeClr val="dk1"/>
                </a:solidFill>
                <a:latin typeface="Host Grotesk" panose="020B0504030402000203" pitchFamily="34" charset="0"/>
                <a:ea typeface="Bitter"/>
                <a:cs typeface="Rubik" panose="020B0604020202020204" charset="-79"/>
                <a:sym typeface="Bitter"/>
              </a:rPr>
              <a:t>qilgan</a:t>
            </a:r>
            <a:r>
              <a:rPr lang="en-US" sz="4800" i="1" dirty="0">
                <a:solidFill>
                  <a:schemeClr val="dk1"/>
                </a:solidFill>
                <a:latin typeface="Host Grotesk" panose="020B0504030402000203" pitchFamily="34" charset="0"/>
                <a:ea typeface="Bitter"/>
                <a:cs typeface="Rubik" panose="020B0604020202020204" charset="-79"/>
                <a:sym typeface="Bitter"/>
              </a:rPr>
              <a:t>) </a:t>
            </a:r>
            <a:r>
              <a:rPr lang="en-US" sz="4800" i="1" dirty="0" err="1">
                <a:solidFill>
                  <a:schemeClr val="dk1"/>
                </a:solidFill>
                <a:latin typeface="Host Grotesk" panose="020B0504030402000203" pitchFamily="34" charset="0"/>
                <a:ea typeface="Bitter"/>
                <a:cs typeface="Rubik" panose="020B0604020202020204" charset="-79"/>
                <a:sym typeface="Bitter"/>
              </a:rPr>
              <a:t>o‘quvchilarga</a:t>
            </a:r>
            <a:r>
              <a:rPr lang="en-US" sz="4800" i="1" dirty="0">
                <a:solidFill>
                  <a:schemeClr val="dk1"/>
                </a:solidFill>
                <a:latin typeface="Host Grotesk" panose="020B0504030402000203" pitchFamily="34" charset="0"/>
                <a:ea typeface="Bitter"/>
                <a:cs typeface="Rubik" panose="020B0604020202020204" charset="-79"/>
                <a:sym typeface="Bitter"/>
              </a:rPr>
              <a:t> </a:t>
            </a:r>
            <a:r>
              <a:rPr lang="en-US" sz="4800" i="1" dirty="0" err="1">
                <a:solidFill>
                  <a:schemeClr val="dk1"/>
                </a:solidFill>
                <a:latin typeface="Host Grotesk" panose="020B0504030402000203" pitchFamily="34" charset="0"/>
                <a:ea typeface="Bitter"/>
                <a:cs typeface="Rubik" panose="020B0604020202020204" charset="-79"/>
                <a:sym typeface="Bitter"/>
              </a:rPr>
              <a:t>qanday</a:t>
            </a:r>
            <a:r>
              <a:rPr lang="en-US" sz="4800" i="1" dirty="0">
                <a:solidFill>
                  <a:schemeClr val="dk1"/>
                </a:solidFill>
                <a:latin typeface="Host Grotesk" panose="020B0504030402000203" pitchFamily="34" charset="0"/>
                <a:ea typeface="Bitter"/>
                <a:cs typeface="Rubik" panose="020B0604020202020204" charset="-79"/>
                <a:sym typeface="Bitter"/>
              </a:rPr>
              <a:t> </a:t>
            </a:r>
            <a:r>
              <a:rPr lang="en-US" sz="4800" i="1" dirty="0" err="1">
                <a:solidFill>
                  <a:schemeClr val="dk1"/>
                </a:solidFill>
                <a:latin typeface="Host Grotesk" panose="020B0504030402000203" pitchFamily="34" charset="0"/>
                <a:ea typeface="Bitter"/>
                <a:cs typeface="Rubik" panose="020B0604020202020204" charset="-79"/>
                <a:sym typeface="Bitter"/>
              </a:rPr>
              <a:t>munosabat</a:t>
            </a:r>
            <a:r>
              <a:rPr lang="en-US" sz="4800" i="1" dirty="0">
                <a:solidFill>
                  <a:schemeClr val="dk1"/>
                </a:solidFill>
                <a:latin typeface="Host Grotesk" panose="020B0504030402000203" pitchFamily="34" charset="0"/>
                <a:ea typeface="Bitter"/>
                <a:cs typeface="Rubik" panose="020B0604020202020204" charset="-79"/>
                <a:sym typeface="Bitter"/>
              </a:rPr>
              <a:t> </a:t>
            </a:r>
            <a:r>
              <a:rPr lang="en-US" sz="4800" i="1" dirty="0" err="1">
                <a:solidFill>
                  <a:schemeClr val="dk1"/>
                </a:solidFill>
                <a:latin typeface="Host Grotesk" panose="020B0504030402000203" pitchFamily="34" charset="0"/>
                <a:ea typeface="Bitter"/>
                <a:cs typeface="Rubik" panose="020B0604020202020204" charset="-79"/>
                <a:sym typeface="Bitter"/>
              </a:rPr>
              <a:t>bildirishlari</a:t>
            </a:r>
            <a:r>
              <a:rPr lang="en-US" sz="4800" i="1" dirty="0">
                <a:solidFill>
                  <a:schemeClr val="dk1"/>
                </a:solidFill>
                <a:latin typeface="Host Grotesk" panose="020B0504030402000203" pitchFamily="34" charset="0"/>
                <a:ea typeface="Bitter"/>
                <a:cs typeface="Rubik" panose="020B0604020202020204" charset="-79"/>
                <a:sym typeface="Bitter"/>
              </a:rPr>
              <a:t> </a:t>
            </a:r>
            <a:r>
              <a:rPr lang="en-US" sz="4800" i="1" dirty="0" err="1">
                <a:solidFill>
                  <a:schemeClr val="dk1"/>
                </a:solidFill>
                <a:latin typeface="Host Grotesk" panose="020B0504030402000203" pitchFamily="34" charset="0"/>
                <a:ea typeface="Bitter"/>
                <a:cs typeface="Rubik" panose="020B0604020202020204" charset="-79"/>
                <a:sym typeface="Bitter"/>
              </a:rPr>
              <a:t>kerak</a:t>
            </a:r>
            <a:r>
              <a:rPr lang="en-US" sz="4800" i="1" dirty="0">
                <a:solidFill>
                  <a:schemeClr val="dk1"/>
                </a:solidFill>
                <a:latin typeface="Host Grotesk" panose="020B0504030402000203" pitchFamily="34" charset="0"/>
                <a:ea typeface="Bitter"/>
                <a:cs typeface="Rubik" panose="020B0604020202020204" charset="-79"/>
                <a:sym typeface="Bitter"/>
              </a:rPr>
              <a:t>?</a:t>
            </a:r>
            <a:endParaRPr sz="4800" dirty="0">
              <a:latin typeface="Host Grotesk" panose="020B0504030402000203" pitchFamily="34" charset="0"/>
              <a:ea typeface="Bitter"/>
              <a:cs typeface="Rubik" panose="020B0604020202020204" charset="-79"/>
              <a:sym typeface="Bitter"/>
            </a:endParaRPr>
          </a:p>
        </p:txBody>
      </p:sp>
      <p:pic>
        <p:nvPicPr>
          <p:cNvPr id="2" name="Picture 1" descr="A logo on a black background&#10;&#10;Description automatically generated">
            <a:extLst>
              <a:ext uri="{FF2B5EF4-FFF2-40B4-BE49-F238E27FC236}">
                <a16:creationId xmlns:a16="http://schemas.microsoft.com/office/drawing/2014/main" id="{02D795A7-8673-644C-EE03-5853E432371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966" t="41761" r="13807" b="41509"/>
          <a:stretch/>
        </p:blipFill>
        <p:spPr>
          <a:xfrm>
            <a:off x="647701" y="579038"/>
            <a:ext cx="1921348" cy="471116"/>
          </a:xfrm>
          <a:prstGeom prst="rect">
            <a:avLst/>
          </a:prstGeom>
        </p:spPr>
      </p:pic>
      <p:sp>
        <p:nvSpPr>
          <p:cNvPr id="3" name="Прямоугольник 7">
            <a:extLst>
              <a:ext uri="{FF2B5EF4-FFF2-40B4-BE49-F238E27FC236}">
                <a16:creationId xmlns:a16="http://schemas.microsoft.com/office/drawing/2014/main" id="{82183009-7DC1-1CFC-4921-FAD1F350A5AC}"/>
              </a:ext>
            </a:extLst>
          </p:cNvPr>
          <p:cNvSpPr/>
          <p:nvPr/>
        </p:nvSpPr>
        <p:spPr>
          <a:xfrm>
            <a:off x="0" y="5934975"/>
            <a:ext cx="12192000" cy="923024"/>
          </a:xfrm>
          <a:prstGeom prst="rect">
            <a:avLst/>
          </a:prstGeom>
          <a:solidFill>
            <a:srgbClr val="4AC0F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altLang="en-US" sz="24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5" name="Picture 4" descr="A yellow star on a black background&#10;&#10;Description automatically generated">
            <a:extLst>
              <a:ext uri="{FF2B5EF4-FFF2-40B4-BE49-F238E27FC236}">
                <a16:creationId xmlns:a16="http://schemas.microsoft.com/office/drawing/2014/main" id="{9EC9BAA9-25DA-EBEF-671E-A34ADA28E9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388" y="-112006"/>
            <a:ext cx="838205" cy="838205"/>
          </a:xfrm>
          <a:prstGeom prst="rect">
            <a:avLst/>
          </a:prstGeom>
        </p:spPr>
      </p:pic>
      <p:graphicFrame>
        <p:nvGraphicFramePr>
          <p:cNvPr id="6" name="Объект 7">
            <a:extLst>
              <a:ext uri="{FF2B5EF4-FFF2-40B4-BE49-F238E27FC236}">
                <a16:creationId xmlns:a16="http://schemas.microsoft.com/office/drawing/2014/main" id="{AC2CE648-4E68-0CDB-0E3A-C13424EDD2B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74474226"/>
              </p:ext>
            </p:extLst>
          </p:nvPr>
        </p:nvGraphicFramePr>
        <p:xfrm>
          <a:off x="1664003" y="5541275"/>
          <a:ext cx="58166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469900" imgH="624840" progId="CorelDraw.Graphic.25">
                  <p:embed/>
                </p:oleObj>
              </mc:Choice>
              <mc:Fallback>
                <p:oleObj r:id="rId5" imgW="469900" imgH="624840" progId="CorelDraw.Graphic.25">
                  <p:embed/>
                  <p:pic>
                    <p:nvPicPr>
                      <p:cNvPr id="5" name="Объект 7">
                        <a:extLst>
                          <a:ext uri="{FF2B5EF4-FFF2-40B4-BE49-F238E27FC236}">
                            <a16:creationId xmlns:a16="http://schemas.microsoft.com/office/drawing/2014/main" id="{B0753BA4-C531-BBB6-44AC-2ED4D233180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664003" y="5541275"/>
                        <a:ext cx="58166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Объект 13">
            <a:extLst>
              <a:ext uri="{FF2B5EF4-FFF2-40B4-BE49-F238E27FC236}">
                <a16:creationId xmlns:a16="http://schemas.microsoft.com/office/drawing/2014/main" id="{699DD7B3-24D1-0C06-DDE8-3CF7B8AC3C2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0565299"/>
              </p:ext>
            </p:extLst>
          </p:nvPr>
        </p:nvGraphicFramePr>
        <p:xfrm>
          <a:off x="8655401" y="5275236"/>
          <a:ext cx="563689" cy="6597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663575" imgH="618490" progId="CorelDraw.Graphic.25">
                  <p:embed/>
                </p:oleObj>
              </mc:Choice>
              <mc:Fallback>
                <p:oleObj r:id="rId7" imgW="663575" imgH="618490" progId="CorelDraw.Graphic.25">
                  <p:embed/>
                  <p:pic>
                    <p:nvPicPr>
                      <p:cNvPr id="6" name="Объект 13">
                        <a:extLst>
                          <a:ext uri="{FF2B5EF4-FFF2-40B4-BE49-F238E27FC236}">
                            <a16:creationId xmlns:a16="http://schemas.microsoft.com/office/drawing/2014/main" id="{AC34880F-ADCE-7D69-25A6-3B72CE148EB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655401" y="5275236"/>
                        <a:ext cx="563689" cy="65973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Google Shape;207;p34">
            <a:extLst>
              <a:ext uri="{FF2B5EF4-FFF2-40B4-BE49-F238E27FC236}">
                <a16:creationId xmlns:a16="http://schemas.microsoft.com/office/drawing/2014/main" id="{D0C129B5-CD7D-1E35-8116-B4C39B9392CA}"/>
              </a:ext>
            </a:extLst>
          </p:cNvPr>
          <p:cNvSpPr txBox="1">
            <a:spLocks/>
          </p:cNvSpPr>
          <p:nvPr/>
        </p:nvSpPr>
        <p:spPr>
          <a:xfrm>
            <a:off x="2484407" y="322367"/>
            <a:ext cx="6734683" cy="763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ctr" anchorCtr="0">
            <a:no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Font typeface="Abel"/>
              <a:buChar char="●"/>
              <a:defRPr sz="4800" b="1" kern="1200">
                <a:solidFill>
                  <a:schemeClr val="tx1"/>
                </a:solidFill>
                <a:latin typeface="Abel"/>
                <a:ea typeface="Abel"/>
                <a:cs typeface="Abel"/>
                <a:sym typeface="Abe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>
              <a:buFont typeface="Abel"/>
              <a:buNone/>
            </a:pPr>
            <a:r>
              <a:rPr lang="en-US">
                <a:latin typeface="Host Grotesk" panose="020B0504030402000203" pitchFamily="34" charset="0"/>
                <a:ea typeface="Bitter"/>
                <a:cs typeface="Bitter"/>
                <a:sym typeface="Bitter"/>
              </a:rPr>
              <a:t>Ikkilantirma (Dilemma) </a:t>
            </a:r>
            <a:endParaRPr lang="en-US" dirty="0">
              <a:latin typeface="Host Grotesk" panose="020B0504030402000203" pitchFamily="34" charset="0"/>
              <a:ea typeface="Bitter"/>
              <a:cs typeface="Bitter"/>
              <a:sym typeface="Bitter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6"/>
          <p:cNvSpPr txBox="1">
            <a:spLocks noGrp="1"/>
          </p:cNvSpPr>
          <p:nvPr>
            <p:ph type="body" idx="1"/>
          </p:nvPr>
        </p:nvSpPr>
        <p:spPr>
          <a:xfrm>
            <a:off x="207800" y="2080000"/>
            <a:ext cx="11776400" cy="3414528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 algn="ctr">
              <a:buNone/>
            </a:pPr>
            <a:r>
              <a:rPr lang="en-US" sz="5333" i="1" dirty="0" err="1">
                <a:solidFill>
                  <a:schemeClr val="dk1"/>
                </a:solidFill>
                <a:latin typeface="Host Grotesk" panose="020B0504030402000203" pitchFamily="34" charset="0"/>
                <a:ea typeface="Bitter"/>
                <a:cs typeface="Rubik" panose="020B0604020202020204" charset="-79"/>
                <a:sym typeface="Bitter"/>
              </a:rPr>
              <a:t>Maktablar</a:t>
            </a:r>
            <a:r>
              <a:rPr lang="en-US" sz="5333" i="1" dirty="0">
                <a:solidFill>
                  <a:schemeClr val="dk1"/>
                </a:solidFill>
                <a:latin typeface="Host Grotesk" panose="020B0504030402000203" pitchFamily="34" charset="0"/>
                <a:ea typeface="Bitter"/>
                <a:cs typeface="Rubik" panose="020B0604020202020204" charset="-79"/>
                <a:sym typeface="Bitter"/>
              </a:rPr>
              <a:t> </a:t>
            </a:r>
            <a:r>
              <a:rPr lang="en-US" sz="5333" i="1" dirty="0" err="1">
                <a:solidFill>
                  <a:schemeClr val="dk1"/>
                </a:solidFill>
                <a:latin typeface="Host Grotesk" panose="020B0504030402000203" pitchFamily="34" charset="0"/>
                <a:ea typeface="Bitter"/>
                <a:cs typeface="Rubik" panose="020B0604020202020204" charset="-79"/>
                <a:sym typeface="Bitter"/>
              </a:rPr>
              <a:t>o‘quvchilarga</a:t>
            </a:r>
            <a:r>
              <a:rPr lang="en-US" sz="5333" i="1" dirty="0">
                <a:solidFill>
                  <a:schemeClr val="dk1"/>
                </a:solidFill>
                <a:latin typeface="Host Grotesk" panose="020B0504030402000203" pitchFamily="34" charset="0"/>
                <a:ea typeface="Bitter"/>
                <a:cs typeface="Rubik" panose="020B0604020202020204" charset="-79"/>
                <a:sym typeface="Bitter"/>
              </a:rPr>
              <a:t> </a:t>
            </a:r>
            <a:r>
              <a:rPr lang="en-US" sz="5333" i="1" dirty="0" err="1">
                <a:solidFill>
                  <a:schemeClr val="dk1"/>
                </a:solidFill>
                <a:latin typeface="Host Grotesk" panose="020B0504030402000203" pitchFamily="34" charset="0"/>
                <a:ea typeface="Bitter"/>
                <a:cs typeface="Rubik" panose="020B0604020202020204" charset="-79"/>
                <a:sym typeface="Bitter"/>
              </a:rPr>
              <a:t>oid</a:t>
            </a:r>
            <a:r>
              <a:rPr lang="en-US" sz="5333" i="1" dirty="0">
                <a:solidFill>
                  <a:schemeClr val="dk1"/>
                </a:solidFill>
                <a:latin typeface="Host Grotesk" panose="020B0504030402000203" pitchFamily="34" charset="0"/>
                <a:ea typeface="Bitter"/>
                <a:cs typeface="Rubik" panose="020B0604020202020204" charset="-79"/>
                <a:sym typeface="Bitter"/>
              </a:rPr>
              <a:t> </a:t>
            </a:r>
            <a:r>
              <a:rPr lang="en-US" sz="5333" i="1" dirty="0" err="1">
                <a:solidFill>
                  <a:schemeClr val="dk1"/>
                </a:solidFill>
                <a:latin typeface="Host Grotesk" panose="020B0504030402000203" pitchFamily="34" charset="0"/>
                <a:ea typeface="Bitter"/>
                <a:cs typeface="Rubik" panose="020B0604020202020204" charset="-79"/>
                <a:sym typeface="Bitter"/>
              </a:rPr>
              <a:t>ma’lumotlarni</a:t>
            </a:r>
            <a:r>
              <a:rPr lang="en-US" sz="5333" i="1" dirty="0">
                <a:solidFill>
                  <a:schemeClr val="dk1"/>
                </a:solidFill>
                <a:latin typeface="Host Grotesk" panose="020B0504030402000203" pitchFamily="34" charset="0"/>
                <a:ea typeface="Bitter"/>
                <a:cs typeface="Rubik" panose="020B0604020202020204" charset="-79"/>
                <a:sym typeface="Bitter"/>
              </a:rPr>
              <a:t> </a:t>
            </a:r>
            <a:r>
              <a:rPr lang="en-US" sz="5333" i="1" dirty="0" err="1">
                <a:solidFill>
                  <a:schemeClr val="dk1"/>
                </a:solidFill>
                <a:latin typeface="Host Grotesk" panose="020B0504030402000203" pitchFamily="34" charset="0"/>
                <a:ea typeface="Bitter"/>
                <a:cs typeface="Rubik" panose="020B0604020202020204" charset="-79"/>
                <a:sym typeface="Bitter"/>
              </a:rPr>
              <a:t>ota-onalarning</a:t>
            </a:r>
            <a:r>
              <a:rPr lang="en-US" sz="5333" i="1" dirty="0">
                <a:solidFill>
                  <a:schemeClr val="dk1"/>
                </a:solidFill>
                <a:latin typeface="Host Grotesk" panose="020B0504030402000203" pitchFamily="34" charset="0"/>
                <a:ea typeface="Bitter"/>
                <a:cs typeface="Rubik" panose="020B0604020202020204" charset="-79"/>
                <a:sym typeface="Bitter"/>
              </a:rPr>
              <a:t> </a:t>
            </a:r>
            <a:r>
              <a:rPr lang="en-US" sz="5333" i="1" dirty="0" err="1">
                <a:solidFill>
                  <a:schemeClr val="dk1"/>
                </a:solidFill>
                <a:latin typeface="Host Grotesk" panose="020B0504030402000203" pitchFamily="34" charset="0"/>
                <a:ea typeface="Bitter"/>
                <a:cs typeface="Rubik" panose="020B0604020202020204" charset="-79"/>
                <a:sym typeface="Bitter"/>
              </a:rPr>
              <a:t>roziligisiz</a:t>
            </a:r>
            <a:r>
              <a:rPr lang="en-US" sz="5333" i="1" dirty="0">
                <a:solidFill>
                  <a:schemeClr val="dk1"/>
                </a:solidFill>
                <a:latin typeface="Host Grotesk" panose="020B0504030402000203" pitchFamily="34" charset="0"/>
                <a:ea typeface="Bitter"/>
                <a:cs typeface="Rubik" panose="020B0604020202020204" charset="-79"/>
                <a:sym typeface="Bitter"/>
              </a:rPr>
              <a:t>, SI </a:t>
            </a:r>
            <a:r>
              <a:rPr lang="en-US" sz="5333" i="1" dirty="0" err="1">
                <a:solidFill>
                  <a:schemeClr val="dk1"/>
                </a:solidFill>
                <a:latin typeface="Host Grotesk" panose="020B0504030402000203" pitchFamily="34" charset="0"/>
                <a:ea typeface="Bitter"/>
                <a:cs typeface="Rubik" panose="020B0604020202020204" charset="-79"/>
                <a:sym typeface="Bitter"/>
              </a:rPr>
              <a:t>yordamida</a:t>
            </a:r>
            <a:r>
              <a:rPr lang="en-US" sz="5333" i="1" dirty="0">
                <a:solidFill>
                  <a:schemeClr val="dk1"/>
                </a:solidFill>
                <a:latin typeface="Host Grotesk" panose="020B0504030402000203" pitchFamily="34" charset="0"/>
                <a:ea typeface="Bitter"/>
                <a:cs typeface="Rubik" panose="020B0604020202020204" charset="-79"/>
                <a:sym typeface="Bitter"/>
              </a:rPr>
              <a:t> </a:t>
            </a:r>
            <a:r>
              <a:rPr lang="en-US" sz="5333" i="1" dirty="0" err="1">
                <a:solidFill>
                  <a:schemeClr val="dk1"/>
                </a:solidFill>
                <a:latin typeface="Host Grotesk" panose="020B0504030402000203" pitchFamily="34" charset="0"/>
                <a:ea typeface="Bitter"/>
                <a:cs typeface="Rubik" panose="020B0604020202020204" charset="-79"/>
                <a:sym typeface="Bitter"/>
              </a:rPr>
              <a:t>yig‘ib</a:t>
            </a:r>
            <a:r>
              <a:rPr lang="en-US" sz="5333" i="1" dirty="0">
                <a:solidFill>
                  <a:schemeClr val="dk1"/>
                </a:solidFill>
                <a:latin typeface="Host Grotesk" panose="020B0504030402000203" pitchFamily="34" charset="0"/>
                <a:ea typeface="Bitter"/>
                <a:cs typeface="Rubik" panose="020B0604020202020204" charset="-79"/>
                <a:sym typeface="Bitter"/>
              </a:rPr>
              <a:t>, </a:t>
            </a:r>
            <a:r>
              <a:rPr lang="en-US" sz="5333" i="1" dirty="0" err="1">
                <a:solidFill>
                  <a:schemeClr val="dk1"/>
                </a:solidFill>
                <a:latin typeface="Host Grotesk" panose="020B0504030402000203" pitchFamily="34" charset="0"/>
                <a:ea typeface="Bitter"/>
                <a:cs typeface="Rubik" panose="020B0604020202020204" charset="-79"/>
                <a:sym typeface="Bitter"/>
              </a:rPr>
              <a:t>tahlil</a:t>
            </a:r>
            <a:r>
              <a:rPr lang="en-US" sz="5333" i="1" dirty="0">
                <a:solidFill>
                  <a:schemeClr val="dk1"/>
                </a:solidFill>
                <a:latin typeface="Host Grotesk" panose="020B0504030402000203" pitchFamily="34" charset="0"/>
                <a:ea typeface="Bitter"/>
                <a:cs typeface="Rubik" panose="020B0604020202020204" charset="-79"/>
                <a:sym typeface="Bitter"/>
              </a:rPr>
              <a:t> </a:t>
            </a:r>
            <a:r>
              <a:rPr lang="en-US" sz="5333" i="1" dirty="0" err="1">
                <a:solidFill>
                  <a:schemeClr val="dk1"/>
                </a:solidFill>
                <a:latin typeface="Host Grotesk" panose="020B0504030402000203" pitchFamily="34" charset="0"/>
                <a:ea typeface="Bitter"/>
                <a:cs typeface="Rubik" panose="020B0604020202020204" charset="-79"/>
                <a:sym typeface="Bitter"/>
              </a:rPr>
              <a:t>qilishi</a:t>
            </a:r>
            <a:r>
              <a:rPr lang="en-US" sz="5333" i="1" dirty="0">
                <a:solidFill>
                  <a:schemeClr val="dk1"/>
                </a:solidFill>
                <a:latin typeface="Host Grotesk" panose="020B0504030402000203" pitchFamily="34" charset="0"/>
                <a:ea typeface="Bitter"/>
                <a:cs typeface="Rubik" panose="020B0604020202020204" charset="-79"/>
                <a:sym typeface="Bitter"/>
              </a:rPr>
              <a:t> </a:t>
            </a:r>
            <a:r>
              <a:rPr lang="en-US" sz="5333" i="1" dirty="0" err="1">
                <a:solidFill>
                  <a:schemeClr val="dk1"/>
                </a:solidFill>
                <a:latin typeface="Host Grotesk" panose="020B0504030402000203" pitchFamily="34" charset="0"/>
                <a:ea typeface="Bitter"/>
                <a:cs typeface="Rubik" panose="020B0604020202020204" charset="-79"/>
                <a:sym typeface="Bitter"/>
              </a:rPr>
              <a:t>mumkinmi</a:t>
            </a:r>
            <a:r>
              <a:rPr lang="en-US" sz="5333" i="1" dirty="0">
                <a:solidFill>
                  <a:schemeClr val="dk1"/>
                </a:solidFill>
                <a:latin typeface="Host Grotesk" panose="020B0504030402000203" pitchFamily="34" charset="0"/>
                <a:ea typeface="Bitter"/>
                <a:cs typeface="Rubik" panose="020B0604020202020204" charset="-79"/>
                <a:sym typeface="Bitter"/>
              </a:rPr>
              <a:t>?</a:t>
            </a:r>
            <a:endParaRPr dirty="0">
              <a:latin typeface="Host Grotesk" panose="020B0504030402000203" pitchFamily="34" charset="0"/>
              <a:ea typeface="Bitter"/>
              <a:cs typeface="Rubik" panose="020B0604020202020204" charset="-79"/>
              <a:sym typeface="Bitter"/>
            </a:endParaRPr>
          </a:p>
        </p:txBody>
      </p:sp>
      <p:sp>
        <p:nvSpPr>
          <p:cNvPr id="5" name="Google Shape;207;p34">
            <a:extLst>
              <a:ext uri="{FF2B5EF4-FFF2-40B4-BE49-F238E27FC236}">
                <a16:creationId xmlns:a16="http://schemas.microsoft.com/office/drawing/2014/main" id="{686B17CB-8A2E-FD5A-AC39-360FBE140E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84407" y="322367"/>
            <a:ext cx="6734683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>
              <a:buNone/>
            </a:pPr>
            <a:r>
              <a:rPr lang="en" dirty="0">
                <a:latin typeface="Host Grotesk" panose="020B0504030402000203" pitchFamily="34" charset="0"/>
                <a:ea typeface="Bitter"/>
                <a:cs typeface="Bitter"/>
                <a:sym typeface="Bitter"/>
              </a:rPr>
              <a:t>Ikkilantirma (Dilemma) </a:t>
            </a:r>
            <a:endParaRPr dirty="0">
              <a:latin typeface="Host Grotesk" panose="020B0504030402000203" pitchFamily="34" charset="0"/>
              <a:ea typeface="Bitter"/>
              <a:cs typeface="Bitter"/>
              <a:sym typeface="Bitter"/>
            </a:endParaRPr>
          </a:p>
        </p:txBody>
      </p:sp>
      <p:pic>
        <p:nvPicPr>
          <p:cNvPr id="6" name="Picture 5" descr="A logo on a black background&#10;&#10;Description automatically generated">
            <a:extLst>
              <a:ext uri="{FF2B5EF4-FFF2-40B4-BE49-F238E27FC236}">
                <a16:creationId xmlns:a16="http://schemas.microsoft.com/office/drawing/2014/main" id="{015070B7-2518-4CD6-710C-702FFE0722C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966" t="41761" r="13807" b="41509"/>
          <a:stretch/>
        </p:blipFill>
        <p:spPr>
          <a:xfrm>
            <a:off x="647701" y="579038"/>
            <a:ext cx="1921348" cy="471116"/>
          </a:xfrm>
          <a:prstGeom prst="rect">
            <a:avLst/>
          </a:prstGeom>
        </p:spPr>
      </p:pic>
      <p:sp>
        <p:nvSpPr>
          <p:cNvPr id="7" name="Прямоугольник 7">
            <a:extLst>
              <a:ext uri="{FF2B5EF4-FFF2-40B4-BE49-F238E27FC236}">
                <a16:creationId xmlns:a16="http://schemas.microsoft.com/office/drawing/2014/main" id="{3932F0FB-15CC-EB70-FA2C-DF2CA1A36D70}"/>
              </a:ext>
            </a:extLst>
          </p:cNvPr>
          <p:cNvSpPr/>
          <p:nvPr/>
        </p:nvSpPr>
        <p:spPr>
          <a:xfrm>
            <a:off x="0" y="5934975"/>
            <a:ext cx="12192000" cy="923024"/>
          </a:xfrm>
          <a:prstGeom prst="rect">
            <a:avLst/>
          </a:prstGeom>
          <a:solidFill>
            <a:srgbClr val="4AC0F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altLang="en-US" sz="24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Picture 7" descr="A yellow star on a black background&#10;&#10;Description automatically generated">
            <a:extLst>
              <a:ext uri="{FF2B5EF4-FFF2-40B4-BE49-F238E27FC236}">
                <a16:creationId xmlns:a16="http://schemas.microsoft.com/office/drawing/2014/main" id="{E9BE4DBA-E4BC-BB40-CE99-B7D28215CA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388" y="-112006"/>
            <a:ext cx="838205" cy="838205"/>
          </a:xfrm>
          <a:prstGeom prst="rect">
            <a:avLst/>
          </a:prstGeom>
        </p:spPr>
      </p:pic>
      <p:graphicFrame>
        <p:nvGraphicFramePr>
          <p:cNvPr id="9" name="Объект 7">
            <a:extLst>
              <a:ext uri="{FF2B5EF4-FFF2-40B4-BE49-F238E27FC236}">
                <a16:creationId xmlns:a16="http://schemas.microsoft.com/office/drawing/2014/main" id="{59B3DF3F-7064-D80E-2AD5-53449B64FB5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25183751"/>
              </p:ext>
            </p:extLst>
          </p:nvPr>
        </p:nvGraphicFramePr>
        <p:xfrm>
          <a:off x="1664003" y="5541275"/>
          <a:ext cx="58166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469900" imgH="624840" progId="CorelDraw.Graphic.25">
                  <p:embed/>
                </p:oleObj>
              </mc:Choice>
              <mc:Fallback>
                <p:oleObj r:id="rId5" imgW="469900" imgH="624840" progId="CorelDraw.Graphic.25">
                  <p:embed/>
                  <p:pic>
                    <p:nvPicPr>
                      <p:cNvPr id="6" name="Объект 7">
                        <a:extLst>
                          <a:ext uri="{FF2B5EF4-FFF2-40B4-BE49-F238E27FC236}">
                            <a16:creationId xmlns:a16="http://schemas.microsoft.com/office/drawing/2014/main" id="{AC2CE648-4E68-0CDB-0E3A-C13424EDD2B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664003" y="5541275"/>
                        <a:ext cx="58166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Объект 13">
            <a:extLst>
              <a:ext uri="{FF2B5EF4-FFF2-40B4-BE49-F238E27FC236}">
                <a16:creationId xmlns:a16="http://schemas.microsoft.com/office/drawing/2014/main" id="{17C30489-5E2C-6DCB-470E-D545608A945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38186032"/>
              </p:ext>
            </p:extLst>
          </p:nvPr>
        </p:nvGraphicFramePr>
        <p:xfrm>
          <a:off x="8655401" y="5275236"/>
          <a:ext cx="563689" cy="6597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663575" imgH="618490" progId="CorelDraw.Graphic.25">
                  <p:embed/>
                </p:oleObj>
              </mc:Choice>
              <mc:Fallback>
                <p:oleObj r:id="rId7" imgW="663575" imgH="618490" progId="CorelDraw.Graphic.25">
                  <p:embed/>
                  <p:pic>
                    <p:nvPicPr>
                      <p:cNvPr id="7" name="Объект 13">
                        <a:extLst>
                          <a:ext uri="{FF2B5EF4-FFF2-40B4-BE49-F238E27FC236}">
                            <a16:creationId xmlns:a16="http://schemas.microsoft.com/office/drawing/2014/main" id="{699DD7B3-24D1-0C06-DDE8-3CF7B8AC3C2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655401" y="5275236"/>
                        <a:ext cx="563689" cy="65973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7"/>
          <p:cNvSpPr txBox="1">
            <a:spLocks noGrp="1"/>
          </p:cNvSpPr>
          <p:nvPr>
            <p:ph type="body" idx="1"/>
          </p:nvPr>
        </p:nvSpPr>
        <p:spPr>
          <a:xfrm>
            <a:off x="207800" y="1777900"/>
            <a:ext cx="11776400" cy="43524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 algn="ctr">
              <a:buNone/>
            </a:pPr>
            <a:endParaRPr sz="5333" i="1">
              <a:solidFill>
                <a:schemeClr val="dk1"/>
              </a:solidFill>
              <a:latin typeface="Host Grotesk" panose="020B0504030402000203" pitchFamily="34" charset="0"/>
            </a:endParaRPr>
          </a:p>
          <a:p>
            <a:pPr marL="0" indent="0">
              <a:buNone/>
            </a:pPr>
            <a:endParaRPr>
              <a:latin typeface="Host Grotesk" panose="020B0504030402000203" pitchFamily="34" charset="0"/>
            </a:endParaRPr>
          </a:p>
        </p:txBody>
      </p:sp>
      <p:sp>
        <p:nvSpPr>
          <p:cNvPr id="227" name="Google Shape;227;p37"/>
          <p:cNvSpPr txBox="1"/>
          <p:nvPr/>
        </p:nvSpPr>
        <p:spPr>
          <a:xfrm>
            <a:off x="0" y="1780433"/>
            <a:ext cx="11984200" cy="3528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/>
            <a:r>
              <a:rPr lang="en-US" sz="5333" dirty="0" err="1">
                <a:latin typeface="Host Grotesk" panose="020B0504030402000203" pitchFamily="34" charset="0"/>
                <a:ea typeface="Rubik"/>
                <a:cs typeface="Rubik"/>
                <a:sym typeface="Rubik"/>
              </a:rPr>
              <a:t>O'quvchilarning</a:t>
            </a:r>
            <a:r>
              <a:rPr lang="en-US" sz="5333" dirty="0">
                <a:latin typeface="Host Grotesk" panose="020B0504030402000203" pitchFamily="34" charset="0"/>
                <a:ea typeface="Rubik"/>
                <a:cs typeface="Rubik"/>
                <a:sym typeface="Rubik"/>
              </a:rPr>
              <a:t> </a:t>
            </a:r>
            <a:r>
              <a:rPr lang="en-US" sz="5333" dirty="0" err="1">
                <a:latin typeface="Host Grotesk" panose="020B0504030402000203" pitchFamily="34" charset="0"/>
                <a:ea typeface="Rubik"/>
                <a:cs typeface="Rubik"/>
                <a:sym typeface="Rubik"/>
              </a:rPr>
              <a:t>soxta</a:t>
            </a:r>
            <a:r>
              <a:rPr lang="en-US" sz="5333" dirty="0">
                <a:latin typeface="Host Grotesk" panose="020B0504030402000203" pitchFamily="34" charset="0"/>
                <a:ea typeface="Rubik"/>
                <a:cs typeface="Rubik"/>
                <a:sym typeface="Rubik"/>
              </a:rPr>
              <a:t>, </a:t>
            </a:r>
            <a:r>
              <a:rPr lang="en-US" sz="5333" dirty="0" err="1">
                <a:latin typeface="Host Grotesk" panose="020B0504030402000203" pitchFamily="34" charset="0"/>
                <a:ea typeface="Rubik"/>
                <a:cs typeface="Rubik"/>
                <a:sym typeface="Rubik"/>
              </a:rPr>
              <a:t>lekin</a:t>
            </a:r>
            <a:r>
              <a:rPr lang="en-US" sz="5333" dirty="0">
                <a:latin typeface="Host Grotesk" panose="020B0504030402000203" pitchFamily="34" charset="0"/>
                <a:ea typeface="Rubik"/>
                <a:cs typeface="Rubik"/>
                <a:sym typeface="Rubik"/>
              </a:rPr>
              <a:t> </a:t>
            </a:r>
            <a:r>
              <a:rPr lang="en-US" sz="5333" dirty="0" err="1">
                <a:latin typeface="Host Grotesk" panose="020B0504030402000203" pitchFamily="34" charset="0"/>
                <a:ea typeface="Rubik"/>
                <a:cs typeface="Rubik"/>
                <a:sym typeface="Rubik"/>
              </a:rPr>
              <a:t>o'ta</a:t>
            </a:r>
            <a:r>
              <a:rPr lang="en-US" sz="5333" dirty="0">
                <a:latin typeface="Host Grotesk" panose="020B0504030402000203" pitchFamily="34" charset="0"/>
                <a:ea typeface="Rubik"/>
                <a:cs typeface="Rubik"/>
                <a:sym typeface="Rubik"/>
              </a:rPr>
              <a:t> </a:t>
            </a:r>
            <a:r>
              <a:rPr lang="en-US" sz="5333" dirty="0" err="1">
                <a:latin typeface="Host Grotesk" panose="020B0504030402000203" pitchFamily="34" charset="0"/>
                <a:ea typeface="Rubik"/>
                <a:cs typeface="Rubik"/>
                <a:sym typeface="Rubik"/>
              </a:rPr>
              <a:t>haqiqatga</a:t>
            </a:r>
            <a:r>
              <a:rPr lang="en-US" sz="5333" dirty="0">
                <a:latin typeface="Host Grotesk" panose="020B0504030402000203" pitchFamily="34" charset="0"/>
                <a:ea typeface="Rubik"/>
                <a:cs typeface="Rubik"/>
                <a:sym typeface="Rubik"/>
              </a:rPr>
              <a:t> </a:t>
            </a:r>
            <a:r>
              <a:rPr lang="en-US" sz="5333" dirty="0" err="1">
                <a:latin typeface="Host Grotesk" panose="020B0504030402000203" pitchFamily="34" charset="0"/>
                <a:ea typeface="Rubik"/>
                <a:cs typeface="Rubik"/>
                <a:sym typeface="Rubik"/>
              </a:rPr>
              <a:t>yaqin</a:t>
            </a:r>
            <a:r>
              <a:rPr lang="en-US" sz="5333" dirty="0">
                <a:latin typeface="Host Grotesk" panose="020B0504030402000203" pitchFamily="34" charset="0"/>
                <a:ea typeface="Rubik"/>
                <a:cs typeface="Rubik"/>
                <a:sym typeface="Rubik"/>
              </a:rPr>
              <a:t> </a:t>
            </a:r>
            <a:r>
              <a:rPr lang="en-US" sz="5333" dirty="0" err="1">
                <a:latin typeface="Host Grotesk" panose="020B0504030402000203" pitchFamily="34" charset="0"/>
                <a:ea typeface="Rubik"/>
                <a:cs typeface="Rubik"/>
                <a:sym typeface="Rubik"/>
              </a:rPr>
              <a:t>kontent</a:t>
            </a:r>
            <a:r>
              <a:rPr lang="en-US" sz="5333" dirty="0">
                <a:latin typeface="Host Grotesk" panose="020B0504030402000203" pitchFamily="34" charset="0"/>
                <a:ea typeface="Rubik"/>
                <a:cs typeface="Rubik"/>
                <a:sym typeface="Rubik"/>
              </a:rPr>
              <a:t> </a:t>
            </a:r>
            <a:r>
              <a:rPr lang="en-US" sz="5333" dirty="0" err="1">
                <a:latin typeface="Host Grotesk" panose="020B0504030402000203" pitchFamily="34" charset="0"/>
                <a:ea typeface="Rubik"/>
                <a:cs typeface="Rubik"/>
                <a:sym typeface="Rubik"/>
              </a:rPr>
              <a:t>yaratoluvchi</a:t>
            </a:r>
            <a:r>
              <a:rPr lang="en-US" sz="5333" dirty="0">
                <a:latin typeface="Host Grotesk" panose="020B0504030402000203" pitchFamily="34" charset="0"/>
                <a:ea typeface="Rubik"/>
                <a:cs typeface="Rubik"/>
                <a:sym typeface="Rubik"/>
              </a:rPr>
              <a:t> SI </a:t>
            </a:r>
            <a:r>
              <a:rPr lang="en-US" sz="5333" dirty="0" err="1">
                <a:latin typeface="Host Grotesk" panose="020B0504030402000203" pitchFamily="34" charset="0"/>
                <a:ea typeface="Rubik"/>
                <a:cs typeface="Rubik"/>
                <a:sym typeface="Rubik"/>
              </a:rPr>
              <a:t>vositalaridan</a:t>
            </a:r>
            <a:r>
              <a:rPr lang="en-US" sz="5333" dirty="0">
                <a:latin typeface="Host Grotesk" panose="020B0504030402000203" pitchFamily="34" charset="0"/>
                <a:ea typeface="Rubik"/>
                <a:cs typeface="Rubik"/>
                <a:sym typeface="Rubik"/>
              </a:rPr>
              <a:t> </a:t>
            </a:r>
            <a:r>
              <a:rPr lang="en-US" sz="5333" dirty="0" err="1">
                <a:latin typeface="Host Grotesk" panose="020B0504030402000203" pitchFamily="34" charset="0"/>
                <a:ea typeface="Rubik"/>
                <a:cs typeface="Rubik"/>
                <a:sym typeface="Rubik"/>
              </a:rPr>
              <a:t>foydalanishlariga</a:t>
            </a:r>
            <a:r>
              <a:rPr lang="en-US" sz="5333" dirty="0">
                <a:latin typeface="Host Grotesk" panose="020B0504030402000203" pitchFamily="34" charset="0"/>
                <a:ea typeface="Rubik"/>
                <a:cs typeface="Rubik"/>
                <a:sym typeface="Rubik"/>
              </a:rPr>
              <a:t> </a:t>
            </a:r>
            <a:r>
              <a:rPr lang="en-US" sz="5333" dirty="0" err="1">
                <a:latin typeface="Host Grotesk" panose="020B0504030402000203" pitchFamily="34" charset="0"/>
                <a:ea typeface="Rubik"/>
                <a:cs typeface="Rubik"/>
                <a:sym typeface="Rubik"/>
              </a:rPr>
              <a:t>taqiq</a:t>
            </a:r>
            <a:r>
              <a:rPr lang="en-US" sz="5333" dirty="0">
                <a:latin typeface="Host Grotesk" panose="020B0504030402000203" pitchFamily="34" charset="0"/>
                <a:ea typeface="Rubik"/>
                <a:cs typeface="Rubik"/>
                <a:sym typeface="Rubik"/>
              </a:rPr>
              <a:t> </a:t>
            </a:r>
            <a:r>
              <a:rPr lang="en-US" sz="5333" dirty="0" err="1">
                <a:latin typeface="Host Grotesk" panose="020B0504030402000203" pitchFamily="34" charset="0"/>
                <a:ea typeface="Rubik"/>
                <a:cs typeface="Rubik"/>
                <a:sym typeface="Rubik"/>
              </a:rPr>
              <a:t>qo'yish</a:t>
            </a:r>
            <a:r>
              <a:rPr lang="en-US" sz="5333" dirty="0">
                <a:latin typeface="Host Grotesk" panose="020B0504030402000203" pitchFamily="34" charset="0"/>
                <a:ea typeface="Rubik"/>
                <a:cs typeface="Rubik"/>
                <a:sym typeface="Rubik"/>
              </a:rPr>
              <a:t> </a:t>
            </a:r>
            <a:r>
              <a:rPr lang="en-US" sz="5333" dirty="0" err="1">
                <a:latin typeface="Host Grotesk" panose="020B0504030402000203" pitchFamily="34" charset="0"/>
                <a:ea typeface="Rubik"/>
                <a:cs typeface="Rubik"/>
                <a:sym typeface="Rubik"/>
              </a:rPr>
              <a:t>kerakmi</a:t>
            </a:r>
            <a:r>
              <a:rPr lang="en-US" sz="5333" dirty="0">
                <a:latin typeface="Host Grotesk" panose="020B0504030402000203" pitchFamily="34" charset="0"/>
                <a:ea typeface="Rubik"/>
                <a:cs typeface="Rubik"/>
                <a:sym typeface="Rubik"/>
              </a:rPr>
              <a:t>?</a:t>
            </a:r>
            <a:endParaRPr sz="5333" dirty="0">
              <a:latin typeface="Host Grotesk" panose="020B0504030402000203" pitchFamily="34" charset="0"/>
              <a:ea typeface="Rubik"/>
              <a:cs typeface="Rubik"/>
              <a:sym typeface="Rubik"/>
            </a:endParaRPr>
          </a:p>
        </p:txBody>
      </p:sp>
      <p:sp>
        <p:nvSpPr>
          <p:cNvPr id="4" name="Google Shape;207;p34">
            <a:extLst>
              <a:ext uri="{FF2B5EF4-FFF2-40B4-BE49-F238E27FC236}">
                <a16:creationId xmlns:a16="http://schemas.microsoft.com/office/drawing/2014/main" id="{A46C82CD-E512-290E-6538-2CD6E3EA40E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84407" y="322367"/>
            <a:ext cx="10690826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>
              <a:buNone/>
            </a:pPr>
            <a:r>
              <a:rPr lang="en" dirty="0">
                <a:latin typeface="Host Grotesk" panose="020B0504030402000203" pitchFamily="34" charset="0"/>
                <a:ea typeface="Bitter"/>
                <a:cs typeface="Bitter"/>
                <a:sym typeface="Bitter"/>
              </a:rPr>
              <a:t>Ikkilantirma (Dilemma) </a:t>
            </a:r>
            <a:endParaRPr dirty="0">
              <a:latin typeface="Host Grotesk" panose="020B0504030402000203" pitchFamily="34" charset="0"/>
              <a:ea typeface="Bitter"/>
              <a:cs typeface="Bitter"/>
              <a:sym typeface="Bitter"/>
            </a:endParaRPr>
          </a:p>
        </p:txBody>
      </p:sp>
      <p:pic>
        <p:nvPicPr>
          <p:cNvPr id="2" name="Picture 1" descr="A logo on a black background&#10;&#10;Description automatically generated">
            <a:extLst>
              <a:ext uri="{FF2B5EF4-FFF2-40B4-BE49-F238E27FC236}">
                <a16:creationId xmlns:a16="http://schemas.microsoft.com/office/drawing/2014/main" id="{294B3638-13C6-D36F-3C80-46648E34DF5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966" t="41761" r="13807" b="41509"/>
          <a:stretch/>
        </p:blipFill>
        <p:spPr>
          <a:xfrm>
            <a:off x="647701" y="579038"/>
            <a:ext cx="1921348" cy="471116"/>
          </a:xfrm>
          <a:prstGeom prst="rect">
            <a:avLst/>
          </a:prstGeom>
        </p:spPr>
      </p:pic>
      <p:sp>
        <p:nvSpPr>
          <p:cNvPr id="3" name="Прямоугольник 7">
            <a:extLst>
              <a:ext uri="{FF2B5EF4-FFF2-40B4-BE49-F238E27FC236}">
                <a16:creationId xmlns:a16="http://schemas.microsoft.com/office/drawing/2014/main" id="{CA2F1285-B03F-723A-FC05-40F1BD93C476}"/>
              </a:ext>
            </a:extLst>
          </p:cNvPr>
          <p:cNvSpPr/>
          <p:nvPr/>
        </p:nvSpPr>
        <p:spPr>
          <a:xfrm>
            <a:off x="0" y="5934975"/>
            <a:ext cx="12192000" cy="923024"/>
          </a:xfrm>
          <a:prstGeom prst="rect">
            <a:avLst/>
          </a:prstGeom>
          <a:solidFill>
            <a:srgbClr val="4AC0F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altLang="en-US" sz="24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5" name="Picture 4" descr="A yellow star on a black background&#10;&#10;Description automatically generated">
            <a:extLst>
              <a:ext uri="{FF2B5EF4-FFF2-40B4-BE49-F238E27FC236}">
                <a16:creationId xmlns:a16="http://schemas.microsoft.com/office/drawing/2014/main" id="{7FF0E8F9-2909-C39B-4BA3-25C2B6CDF9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388" y="-112006"/>
            <a:ext cx="838205" cy="838205"/>
          </a:xfrm>
          <a:prstGeom prst="rect">
            <a:avLst/>
          </a:prstGeom>
        </p:spPr>
      </p:pic>
      <p:graphicFrame>
        <p:nvGraphicFramePr>
          <p:cNvPr id="6" name="Объект 7">
            <a:extLst>
              <a:ext uri="{FF2B5EF4-FFF2-40B4-BE49-F238E27FC236}">
                <a16:creationId xmlns:a16="http://schemas.microsoft.com/office/drawing/2014/main" id="{37B29C41-8992-E72C-EC0B-84D0DF753CB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25183751"/>
              </p:ext>
            </p:extLst>
          </p:nvPr>
        </p:nvGraphicFramePr>
        <p:xfrm>
          <a:off x="1664003" y="5541275"/>
          <a:ext cx="58166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469900" imgH="624840" progId="CorelDraw.Graphic.25">
                  <p:embed/>
                </p:oleObj>
              </mc:Choice>
              <mc:Fallback>
                <p:oleObj r:id="rId5" imgW="469900" imgH="624840" progId="CorelDraw.Graphic.25">
                  <p:embed/>
                  <p:pic>
                    <p:nvPicPr>
                      <p:cNvPr id="6" name="Объект 7">
                        <a:extLst>
                          <a:ext uri="{FF2B5EF4-FFF2-40B4-BE49-F238E27FC236}">
                            <a16:creationId xmlns:a16="http://schemas.microsoft.com/office/drawing/2014/main" id="{AC2CE648-4E68-0CDB-0E3A-C13424EDD2B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664003" y="5541275"/>
                        <a:ext cx="58166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Объект 13">
            <a:extLst>
              <a:ext uri="{FF2B5EF4-FFF2-40B4-BE49-F238E27FC236}">
                <a16:creationId xmlns:a16="http://schemas.microsoft.com/office/drawing/2014/main" id="{533A611A-7792-7733-5577-AA9C0DDEDAD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38186032"/>
              </p:ext>
            </p:extLst>
          </p:nvPr>
        </p:nvGraphicFramePr>
        <p:xfrm>
          <a:off x="8655401" y="5275236"/>
          <a:ext cx="563689" cy="6597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663575" imgH="618490" progId="CorelDraw.Graphic.25">
                  <p:embed/>
                </p:oleObj>
              </mc:Choice>
              <mc:Fallback>
                <p:oleObj r:id="rId7" imgW="663575" imgH="618490" progId="CorelDraw.Graphic.25">
                  <p:embed/>
                  <p:pic>
                    <p:nvPicPr>
                      <p:cNvPr id="7" name="Объект 13">
                        <a:extLst>
                          <a:ext uri="{FF2B5EF4-FFF2-40B4-BE49-F238E27FC236}">
                            <a16:creationId xmlns:a16="http://schemas.microsoft.com/office/drawing/2014/main" id="{699DD7B3-24D1-0C06-DDE8-3CF7B8AC3C2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655401" y="5275236"/>
                        <a:ext cx="563689" cy="65973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8"/>
          <p:cNvSpPr txBox="1">
            <a:spLocks noGrp="1"/>
          </p:cNvSpPr>
          <p:nvPr>
            <p:ph type="body" idx="1"/>
          </p:nvPr>
        </p:nvSpPr>
        <p:spPr>
          <a:xfrm>
            <a:off x="207800" y="1839216"/>
            <a:ext cx="11776400" cy="4062433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 algn="ctr">
              <a:buNone/>
            </a:pPr>
            <a:r>
              <a:rPr lang="en-US" sz="5333" i="1" dirty="0" err="1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O‘quvchilarga</a:t>
            </a:r>
            <a:r>
              <a:rPr lang="en-US" sz="5333" i="1" dirty="0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 </a:t>
            </a:r>
            <a:r>
              <a:rPr lang="en-US" sz="5333" i="1" dirty="0" err="1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taqdim</a:t>
            </a:r>
            <a:r>
              <a:rPr lang="en-US" sz="5333" i="1" dirty="0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 </a:t>
            </a:r>
            <a:r>
              <a:rPr lang="en-US" sz="5333" i="1" dirty="0" err="1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qilinadigan</a:t>
            </a:r>
            <a:r>
              <a:rPr lang="en-US" sz="5333" i="1" dirty="0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 </a:t>
            </a:r>
            <a:r>
              <a:rPr lang="en-US" sz="5333" i="1" dirty="0" err="1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yangilik</a:t>
            </a:r>
            <a:r>
              <a:rPr lang="en-US" sz="5333" i="1" dirty="0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 </a:t>
            </a:r>
            <a:r>
              <a:rPr lang="en-US" sz="5333" i="1" dirty="0" err="1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mavzularini</a:t>
            </a:r>
            <a:r>
              <a:rPr lang="en-US" sz="5333" i="1" dirty="0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 </a:t>
            </a:r>
            <a:r>
              <a:rPr lang="en-US" sz="5333" i="1" dirty="0" err="1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sun’iy</a:t>
            </a:r>
            <a:r>
              <a:rPr lang="en-US" sz="5333" i="1" dirty="0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 </a:t>
            </a:r>
            <a:r>
              <a:rPr lang="en-US" sz="5333" i="1" dirty="0" err="1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idrok</a:t>
            </a:r>
            <a:r>
              <a:rPr lang="en-US" sz="5333" i="1" dirty="0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 </a:t>
            </a:r>
            <a:r>
              <a:rPr lang="en-US" sz="5333" i="1" dirty="0" err="1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tanlasinmi</a:t>
            </a:r>
            <a:r>
              <a:rPr lang="en-US" sz="5333" i="1" dirty="0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 </a:t>
            </a:r>
            <a:r>
              <a:rPr lang="en-US" sz="5333" i="1" dirty="0" err="1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yoki</a:t>
            </a:r>
            <a:r>
              <a:rPr lang="en-US" sz="5333" i="1" dirty="0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 </a:t>
            </a:r>
            <a:r>
              <a:rPr lang="en-US" sz="5333" i="1" dirty="0" err="1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bu</a:t>
            </a:r>
            <a:r>
              <a:rPr lang="en-US" sz="5333" i="1" dirty="0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 </a:t>
            </a:r>
            <a:r>
              <a:rPr lang="en-US" sz="5333" i="1" dirty="0" err="1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tanlovni</a:t>
            </a:r>
            <a:r>
              <a:rPr lang="en-US" sz="5333" i="1" dirty="0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 </a:t>
            </a:r>
            <a:r>
              <a:rPr lang="en-US" sz="5333" i="1" dirty="0" err="1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insonlarning</a:t>
            </a:r>
            <a:r>
              <a:rPr lang="en-US" sz="5333" i="1" dirty="0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 </a:t>
            </a:r>
            <a:r>
              <a:rPr lang="en-US" sz="5333" i="1" dirty="0" err="1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o‘zlari</a:t>
            </a:r>
            <a:r>
              <a:rPr lang="en-US" sz="5333" i="1" dirty="0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 </a:t>
            </a:r>
            <a:r>
              <a:rPr lang="en-US" sz="5333" i="1" dirty="0" err="1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belgilashlari</a:t>
            </a:r>
            <a:r>
              <a:rPr lang="en-US" sz="5333" i="1" dirty="0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 </a:t>
            </a:r>
            <a:r>
              <a:rPr lang="en-US" sz="5333" i="1" dirty="0" err="1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kerakmi</a:t>
            </a:r>
            <a:r>
              <a:rPr lang="en-US" sz="5333" i="1" dirty="0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?</a:t>
            </a:r>
          </a:p>
        </p:txBody>
      </p:sp>
      <p:sp>
        <p:nvSpPr>
          <p:cNvPr id="4" name="Google Shape;207;p34">
            <a:extLst>
              <a:ext uri="{FF2B5EF4-FFF2-40B4-BE49-F238E27FC236}">
                <a16:creationId xmlns:a16="http://schemas.microsoft.com/office/drawing/2014/main" id="{A2E58DBA-FACB-FB40-B121-1139D451950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84407" y="322367"/>
            <a:ext cx="10690826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>
              <a:buNone/>
            </a:pPr>
            <a:r>
              <a:rPr lang="en" dirty="0">
                <a:latin typeface="Host Grotesk" panose="020B0504030402000203" pitchFamily="34" charset="0"/>
                <a:ea typeface="Bitter"/>
                <a:cs typeface="Bitter"/>
                <a:sym typeface="Bitter"/>
              </a:rPr>
              <a:t>Ikkilantirma (Dilemma) </a:t>
            </a:r>
            <a:endParaRPr dirty="0">
              <a:latin typeface="Host Grotesk" panose="020B0504030402000203" pitchFamily="34" charset="0"/>
              <a:ea typeface="Bitter"/>
              <a:cs typeface="Bitter"/>
              <a:sym typeface="Bitter"/>
            </a:endParaRPr>
          </a:p>
        </p:txBody>
      </p:sp>
      <p:pic>
        <p:nvPicPr>
          <p:cNvPr id="2" name="Picture 1" descr="A logo on a black background&#10;&#10;Description automatically generated">
            <a:extLst>
              <a:ext uri="{FF2B5EF4-FFF2-40B4-BE49-F238E27FC236}">
                <a16:creationId xmlns:a16="http://schemas.microsoft.com/office/drawing/2014/main" id="{9C218252-C03C-3943-5AD3-354FD0FA9E1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966" t="41761" r="13807" b="41509"/>
          <a:stretch/>
        </p:blipFill>
        <p:spPr>
          <a:xfrm>
            <a:off x="647701" y="579038"/>
            <a:ext cx="1921348" cy="471116"/>
          </a:xfrm>
          <a:prstGeom prst="rect">
            <a:avLst/>
          </a:prstGeom>
        </p:spPr>
      </p:pic>
      <p:sp>
        <p:nvSpPr>
          <p:cNvPr id="3" name="Прямоугольник 7">
            <a:extLst>
              <a:ext uri="{FF2B5EF4-FFF2-40B4-BE49-F238E27FC236}">
                <a16:creationId xmlns:a16="http://schemas.microsoft.com/office/drawing/2014/main" id="{13FCF0D0-B25B-28C2-C786-E940979390D3}"/>
              </a:ext>
            </a:extLst>
          </p:cNvPr>
          <p:cNvSpPr/>
          <p:nvPr/>
        </p:nvSpPr>
        <p:spPr>
          <a:xfrm>
            <a:off x="0" y="5934975"/>
            <a:ext cx="12192000" cy="923024"/>
          </a:xfrm>
          <a:prstGeom prst="rect">
            <a:avLst/>
          </a:prstGeom>
          <a:solidFill>
            <a:srgbClr val="4AC0F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altLang="en-US" sz="24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5" name="Picture 4" descr="A yellow star on a black background&#10;&#10;Description automatically generated">
            <a:extLst>
              <a:ext uri="{FF2B5EF4-FFF2-40B4-BE49-F238E27FC236}">
                <a16:creationId xmlns:a16="http://schemas.microsoft.com/office/drawing/2014/main" id="{9CDDC52F-5546-6474-299F-6F9FDD78A0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388" y="-112006"/>
            <a:ext cx="838205" cy="838205"/>
          </a:xfrm>
          <a:prstGeom prst="rect">
            <a:avLst/>
          </a:prstGeom>
        </p:spPr>
      </p:pic>
      <p:graphicFrame>
        <p:nvGraphicFramePr>
          <p:cNvPr id="6" name="Объект 7">
            <a:extLst>
              <a:ext uri="{FF2B5EF4-FFF2-40B4-BE49-F238E27FC236}">
                <a16:creationId xmlns:a16="http://schemas.microsoft.com/office/drawing/2014/main" id="{140C20AB-122E-4C56-02E4-7C020A5426F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25183751"/>
              </p:ext>
            </p:extLst>
          </p:nvPr>
        </p:nvGraphicFramePr>
        <p:xfrm>
          <a:off x="1664003" y="5541275"/>
          <a:ext cx="58166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469900" imgH="624840" progId="CorelDraw.Graphic.25">
                  <p:embed/>
                </p:oleObj>
              </mc:Choice>
              <mc:Fallback>
                <p:oleObj r:id="rId5" imgW="469900" imgH="624840" progId="CorelDraw.Graphic.25">
                  <p:embed/>
                  <p:pic>
                    <p:nvPicPr>
                      <p:cNvPr id="6" name="Объект 7">
                        <a:extLst>
                          <a:ext uri="{FF2B5EF4-FFF2-40B4-BE49-F238E27FC236}">
                            <a16:creationId xmlns:a16="http://schemas.microsoft.com/office/drawing/2014/main" id="{AC2CE648-4E68-0CDB-0E3A-C13424EDD2B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664003" y="5541275"/>
                        <a:ext cx="58166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Объект 13">
            <a:extLst>
              <a:ext uri="{FF2B5EF4-FFF2-40B4-BE49-F238E27FC236}">
                <a16:creationId xmlns:a16="http://schemas.microsoft.com/office/drawing/2014/main" id="{16771DD8-6C26-6508-736F-24813932120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38186032"/>
              </p:ext>
            </p:extLst>
          </p:nvPr>
        </p:nvGraphicFramePr>
        <p:xfrm>
          <a:off x="8655401" y="5275236"/>
          <a:ext cx="563689" cy="6597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663575" imgH="618490" progId="CorelDraw.Graphic.25">
                  <p:embed/>
                </p:oleObj>
              </mc:Choice>
              <mc:Fallback>
                <p:oleObj r:id="rId7" imgW="663575" imgH="618490" progId="CorelDraw.Graphic.25">
                  <p:embed/>
                  <p:pic>
                    <p:nvPicPr>
                      <p:cNvPr id="7" name="Объект 13">
                        <a:extLst>
                          <a:ext uri="{FF2B5EF4-FFF2-40B4-BE49-F238E27FC236}">
                            <a16:creationId xmlns:a16="http://schemas.microsoft.com/office/drawing/2014/main" id="{699DD7B3-24D1-0C06-DDE8-3CF7B8AC3C2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655401" y="5275236"/>
                        <a:ext cx="563689" cy="65973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9"/>
          <p:cNvSpPr txBox="1">
            <a:spLocks noGrp="1"/>
          </p:cNvSpPr>
          <p:nvPr>
            <p:ph type="body" idx="1"/>
          </p:nvPr>
        </p:nvSpPr>
        <p:spPr>
          <a:xfrm>
            <a:off x="0" y="1566088"/>
            <a:ext cx="11776400" cy="4156024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 algn="ctr">
              <a:buNone/>
            </a:pPr>
            <a:r>
              <a:rPr lang="en-US" sz="5333" i="1" dirty="0" err="1">
                <a:solidFill>
                  <a:schemeClr val="dk1"/>
                </a:solidFill>
                <a:latin typeface="Host Grotesk" panose="020B0504030402000203" pitchFamily="34" charset="0"/>
                <a:cs typeface="Rubik" panose="020B0604020202020204" charset="-79"/>
              </a:rPr>
              <a:t>Maktablar</a:t>
            </a:r>
            <a:r>
              <a:rPr lang="en-US" sz="5333" i="1" dirty="0">
                <a:solidFill>
                  <a:schemeClr val="dk1"/>
                </a:solidFill>
                <a:latin typeface="Host Grotesk" panose="020B0504030402000203" pitchFamily="34" charset="0"/>
                <a:cs typeface="Rubik" panose="020B0604020202020204" charset="-79"/>
              </a:rPr>
              <a:t> </a:t>
            </a:r>
            <a:r>
              <a:rPr lang="en-US" sz="5333" i="1" dirty="0" err="1">
                <a:solidFill>
                  <a:schemeClr val="dk1"/>
                </a:solidFill>
                <a:latin typeface="Host Grotesk" panose="020B0504030402000203" pitchFamily="34" charset="0"/>
                <a:cs typeface="Rubik" panose="020B0604020202020204" charset="-79"/>
              </a:rPr>
              <a:t>sun’iy</a:t>
            </a:r>
            <a:r>
              <a:rPr lang="en-US" sz="5333" i="1" dirty="0">
                <a:solidFill>
                  <a:schemeClr val="dk1"/>
                </a:solidFill>
                <a:latin typeface="Host Grotesk" panose="020B0504030402000203" pitchFamily="34" charset="0"/>
                <a:cs typeface="Rubik" panose="020B0604020202020204" charset="-79"/>
              </a:rPr>
              <a:t> </a:t>
            </a:r>
            <a:r>
              <a:rPr lang="en-US" sz="5333" i="1" dirty="0" err="1">
                <a:solidFill>
                  <a:schemeClr val="dk1"/>
                </a:solidFill>
                <a:latin typeface="Host Grotesk" panose="020B0504030402000203" pitchFamily="34" charset="0"/>
                <a:cs typeface="Rubik" panose="020B0604020202020204" charset="-79"/>
              </a:rPr>
              <a:t>idrok</a:t>
            </a:r>
            <a:r>
              <a:rPr lang="en-US" sz="5333" i="1" dirty="0">
                <a:solidFill>
                  <a:schemeClr val="dk1"/>
                </a:solidFill>
                <a:latin typeface="Host Grotesk" panose="020B0504030402000203" pitchFamily="34" charset="0"/>
                <a:cs typeface="Rubik" panose="020B0604020202020204" charset="-79"/>
              </a:rPr>
              <a:t> </a:t>
            </a:r>
            <a:r>
              <a:rPr lang="en-US" sz="5333" i="1" dirty="0" err="1">
                <a:solidFill>
                  <a:schemeClr val="dk1"/>
                </a:solidFill>
                <a:latin typeface="Host Grotesk" panose="020B0504030402000203" pitchFamily="34" charset="0"/>
                <a:cs typeface="Rubik" panose="020B0604020202020204" charset="-79"/>
              </a:rPr>
              <a:t>ayrim</a:t>
            </a:r>
            <a:r>
              <a:rPr lang="en-US" sz="5333" i="1" dirty="0">
                <a:solidFill>
                  <a:schemeClr val="dk1"/>
                </a:solidFill>
                <a:latin typeface="Host Grotesk" panose="020B0504030402000203" pitchFamily="34" charset="0"/>
                <a:cs typeface="Rubik" panose="020B0604020202020204" charset="-79"/>
              </a:rPr>
              <a:t> </a:t>
            </a:r>
            <a:r>
              <a:rPr lang="en-US" sz="5333" i="1" dirty="0" err="1">
                <a:solidFill>
                  <a:schemeClr val="dk1"/>
                </a:solidFill>
                <a:latin typeface="Host Grotesk" panose="020B0504030402000203" pitchFamily="34" charset="0"/>
                <a:cs typeface="Rubik" panose="020B0604020202020204" charset="-79"/>
              </a:rPr>
              <a:t>fanlarda</a:t>
            </a:r>
            <a:r>
              <a:rPr lang="en-US" sz="5333" i="1" dirty="0">
                <a:solidFill>
                  <a:schemeClr val="dk1"/>
                </a:solidFill>
                <a:latin typeface="Host Grotesk" panose="020B0504030402000203" pitchFamily="34" charset="0"/>
                <a:cs typeface="Rubik" panose="020B0604020202020204" charset="-79"/>
              </a:rPr>
              <a:t> </a:t>
            </a:r>
            <a:r>
              <a:rPr lang="en-US" sz="5333" i="1" dirty="0" err="1">
                <a:solidFill>
                  <a:schemeClr val="dk1"/>
                </a:solidFill>
                <a:latin typeface="Host Grotesk" panose="020B0504030402000203" pitchFamily="34" charset="0"/>
                <a:cs typeface="Rubik" panose="020B0604020202020204" charset="-79"/>
              </a:rPr>
              <a:t>o‘qituvchilarning</a:t>
            </a:r>
            <a:r>
              <a:rPr lang="en-US" sz="5333" i="1" dirty="0">
                <a:solidFill>
                  <a:schemeClr val="dk1"/>
                </a:solidFill>
                <a:latin typeface="Host Grotesk" panose="020B0504030402000203" pitchFamily="34" charset="0"/>
                <a:cs typeface="Rubik" panose="020B0604020202020204" charset="-79"/>
              </a:rPr>
              <a:t> </a:t>
            </a:r>
            <a:r>
              <a:rPr lang="en-US" sz="5333" i="1" dirty="0" err="1">
                <a:solidFill>
                  <a:schemeClr val="dk1"/>
                </a:solidFill>
                <a:latin typeface="Host Grotesk" panose="020B0504030402000203" pitchFamily="34" charset="0"/>
                <a:cs typeface="Rubik" panose="020B0604020202020204" charset="-79"/>
              </a:rPr>
              <a:t>o‘rnini</a:t>
            </a:r>
            <a:r>
              <a:rPr lang="en-US" sz="5333" i="1" dirty="0">
                <a:solidFill>
                  <a:schemeClr val="dk1"/>
                </a:solidFill>
                <a:latin typeface="Host Grotesk" panose="020B0504030402000203" pitchFamily="34" charset="0"/>
                <a:cs typeface="Rubik" panose="020B0604020202020204" charset="-79"/>
              </a:rPr>
              <a:t> </a:t>
            </a:r>
            <a:r>
              <a:rPr lang="en-US" sz="5333" i="1" dirty="0" err="1">
                <a:solidFill>
                  <a:schemeClr val="dk1"/>
                </a:solidFill>
                <a:latin typeface="Host Grotesk" panose="020B0504030402000203" pitchFamily="34" charset="0"/>
                <a:cs typeface="Rubik" panose="020B0604020202020204" charset="-79"/>
              </a:rPr>
              <a:t>bosishi</a:t>
            </a:r>
            <a:r>
              <a:rPr lang="en-US" sz="5333" i="1" dirty="0">
                <a:solidFill>
                  <a:schemeClr val="dk1"/>
                </a:solidFill>
                <a:latin typeface="Host Grotesk" panose="020B0504030402000203" pitchFamily="34" charset="0"/>
                <a:cs typeface="Rubik" panose="020B0604020202020204" charset="-79"/>
              </a:rPr>
              <a:t> </a:t>
            </a:r>
            <a:r>
              <a:rPr lang="en-US" sz="5333" i="1" dirty="0" err="1">
                <a:solidFill>
                  <a:schemeClr val="dk1"/>
                </a:solidFill>
                <a:latin typeface="Host Grotesk" panose="020B0504030402000203" pitchFamily="34" charset="0"/>
                <a:cs typeface="Rubik" panose="020B0604020202020204" charset="-79"/>
              </a:rPr>
              <a:t>mumkin</a:t>
            </a:r>
            <a:r>
              <a:rPr lang="en-US" sz="5333" i="1" dirty="0">
                <a:solidFill>
                  <a:schemeClr val="dk1"/>
                </a:solidFill>
                <a:latin typeface="Host Grotesk" panose="020B0504030402000203" pitchFamily="34" charset="0"/>
                <a:cs typeface="Rubik" panose="020B0604020202020204" charset="-79"/>
              </a:rPr>
              <a:t> </a:t>
            </a:r>
            <a:r>
              <a:rPr lang="en-US" sz="5333" i="1" dirty="0" err="1">
                <a:solidFill>
                  <a:schemeClr val="dk1"/>
                </a:solidFill>
                <a:latin typeface="Host Grotesk" panose="020B0504030402000203" pitchFamily="34" charset="0"/>
                <a:cs typeface="Rubik" panose="020B0604020202020204" charset="-79"/>
              </a:rPr>
              <a:t>bo‘lgan</a:t>
            </a:r>
            <a:r>
              <a:rPr lang="en-US" sz="5333" i="1" dirty="0">
                <a:solidFill>
                  <a:schemeClr val="dk1"/>
                </a:solidFill>
                <a:latin typeface="Host Grotesk" panose="020B0504030402000203" pitchFamily="34" charset="0"/>
                <a:cs typeface="Rubik" panose="020B0604020202020204" charset="-79"/>
              </a:rPr>
              <a:t> </a:t>
            </a:r>
            <a:r>
              <a:rPr lang="en-US" sz="5333" i="1" dirty="0" err="1">
                <a:solidFill>
                  <a:schemeClr val="dk1"/>
                </a:solidFill>
                <a:latin typeface="Host Grotesk" panose="020B0504030402000203" pitchFamily="34" charset="0"/>
                <a:cs typeface="Rubik" panose="020B0604020202020204" charset="-79"/>
              </a:rPr>
              <a:t>maxsus</a:t>
            </a:r>
            <a:r>
              <a:rPr lang="en-US" sz="5333" i="1" dirty="0">
                <a:solidFill>
                  <a:schemeClr val="dk1"/>
                </a:solidFill>
                <a:latin typeface="Host Grotesk" panose="020B0504030402000203" pitchFamily="34" charset="0"/>
                <a:cs typeface="Rubik" panose="020B0604020202020204" charset="-79"/>
              </a:rPr>
              <a:t> </a:t>
            </a:r>
            <a:r>
              <a:rPr lang="en-US" sz="5333" i="1" dirty="0" err="1">
                <a:solidFill>
                  <a:schemeClr val="dk1"/>
                </a:solidFill>
                <a:latin typeface="Host Grotesk" panose="020B0504030402000203" pitchFamily="34" charset="0"/>
                <a:cs typeface="Rubik" panose="020B0604020202020204" charset="-79"/>
              </a:rPr>
              <a:t>holatlarga</a:t>
            </a:r>
            <a:r>
              <a:rPr lang="en-US" sz="5333" i="1" dirty="0">
                <a:solidFill>
                  <a:schemeClr val="dk1"/>
                </a:solidFill>
                <a:latin typeface="Host Grotesk" panose="020B0504030402000203" pitchFamily="34" charset="0"/>
                <a:cs typeface="Rubik" panose="020B0604020202020204" charset="-79"/>
              </a:rPr>
              <a:t> </a:t>
            </a:r>
            <a:r>
              <a:rPr lang="en-US" sz="5333" i="1" dirty="0" err="1">
                <a:solidFill>
                  <a:schemeClr val="dk1"/>
                </a:solidFill>
                <a:latin typeface="Host Grotesk" panose="020B0504030402000203" pitchFamily="34" charset="0"/>
                <a:cs typeface="Rubik" panose="020B0604020202020204" charset="-79"/>
              </a:rPr>
              <a:t>qanday</a:t>
            </a:r>
            <a:r>
              <a:rPr lang="en-US" sz="5333" i="1" dirty="0">
                <a:solidFill>
                  <a:schemeClr val="dk1"/>
                </a:solidFill>
                <a:latin typeface="Host Grotesk" panose="020B0504030402000203" pitchFamily="34" charset="0"/>
                <a:cs typeface="Rubik" panose="020B0604020202020204" charset="-79"/>
              </a:rPr>
              <a:t> </a:t>
            </a:r>
            <a:r>
              <a:rPr lang="en-US" sz="5333" i="1" dirty="0" err="1">
                <a:solidFill>
                  <a:schemeClr val="dk1"/>
                </a:solidFill>
                <a:latin typeface="Host Grotesk" panose="020B0504030402000203" pitchFamily="34" charset="0"/>
                <a:cs typeface="Rubik" panose="020B0604020202020204" charset="-79"/>
              </a:rPr>
              <a:t>yondashishi</a:t>
            </a:r>
            <a:r>
              <a:rPr lang="en-US" sz="5333" i="1" dirty="0">
                <a:solidFill>
                  <a:schemeClr val="dk1"/>
                </a:solidFill>
                <a:latin typeface="Host Grotesk" panose="020B0504030402000203" pitchFamily="34" charset="0"/>
                <a:cs typeface="Rubik" panose="020B0604020202020204" charset="-79"/>
              </a:rPr>
              <a:t> </a:t>
            </a:r>
            <a:r>
              <a:rPr lang="en-US" sz="5333" i="1" dirty="0" err="1">
                <a:solidFill>
                  <a:schemeClr val="dk1"/>
                </a:solidFill>
                <a:latin typeface="Host Grotesk" panose="020B0504030402000203" pitchFamily="34" charset="0"/>
                <a:cs typeface="Rubik" panose="020B0604020202020204" charset="-79"/>
              </a:rPr>
              <a:t>lozim</a:t>
            </a:r>
            <a:r>
              <a:rPr lang="en-US" sz="5333" i="1" dirty="0">
                <a:solidFill>
                  <a:schemeClr val="dk1"/>
                </a:solidFill>
                <a:latin typeface="Host Grotesk" panose="020B0504030402000203" pitchFamily="34" charset="0"/>
                <a:cs typeface="Rubik" panose="020B0604020202020204" charset="-79"/>
              </a:rPr>
              <a:t>?</a:t>
            </a:r>
            <a:endParaRPr sz="5333" i="1" dirty="0">
              <a:solidFill>
                <a:schemeClr val="dk1"/>
              </a:solidFill>
              <a:latin typeface="Host Grotesk" panose="020B0504030402000203" pitchFamily="34" charset="0"/>
              <a:cs typeface="Rubik" panose="020B0604020202020204" charset="-79"/>
            </a:endParaRPr>
          </a:p>
        </p:txBody>
      </p:sp>
      <p:sp>
        <p:nvSpPr>
          <p:cNvPr id="4" name="Google Shape;207;p34">
            <a:extLst>
              <a:ext uri="{FF2B5EF4-FFF2-40B4-BE49-F238E27FC236}">
                <a16:creationId xmlns:a16="http://schemas.microsoft.com/office/drawing/2014/main" id="{EA4B0A10-EBF1-2EEB-E89B-77803F04839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84407" y="322367"/>
            <a:ext cx="10690826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>
              <a:buNone/>
            </a:pPr>
            <a:r>
              <a:rPr lang="en" dirty="0">
                <a:latin typeface="Host Grotesk" panose="020B0504030402000203" pitchFamily="34" charset="0"/>
                <a:ea typeface="Bitter"/>
                <a:cs typeface="Bitter"/>
                <a:sym typeface="Bitter"/>
              </a:rPr>
              <a:t>Ikkilantirma (Dilemma) </a:t>
            </a:r>
            <a:endParaRPr dirty="0">
              <a:latin typeface="Host Grotesk" panose="020B0504030402000203" pitchFamily="34" charset="0"/>
              <a:ea typeface="Bitter"/>
              <a:cs typeface="Bitter"/>
              <a:sym typeface="Bitter"/>
            </a:endParaRPr>
          </a:p>
        </p:txBody>
      </p:sp>
      <p:pic>
        <p:nvPicPr>
          <p:cNvPr id="2" name="Picture 1" descr="A logo on a black background&#10;&#10;Description automatically generated">
            <a:extLst>
              <a:ext uri="{FF2B5EF4-FFF2-40B4-BE49-F238E27FC236}">
                <a16:creationId xmlns:a16="http://schemas.microsoft.com/office/drawing/2014/main" id="{02BCB82D-9C39-A977-7BA6-11AE2CFF7CF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966" t="41761" r="13807" b="41509"/>
          <a:stretch/>
        </p:blipFill>
        <p:spPr>
          <a:xfrm>
            <a:off x="647701" y="579038"/>
            <a:ext cx="1921348" cy="471116"/>
          </a:xfrm>
          <a:prstGeom prst="rect">
            <a:avLst/>
          </a:prstGeom>
        </p:spPr>
      </p:pic>
      <p:sp>
        <p:nvSpPr>
          <p:cNvPr id="3" name="Прямоугольник 7">
            <a:extLst>
              <a:ext uri="{FF2B5EF4-FFF2-40B4-BE49-F238E27FC236}">
                <a16:creationId xmlns:a16="http://schemas.microsoft.com/office/drawing/2014/main" id="{E20CAE72-2EB7-F07E-E8A9-DFE2150D3FB4}"/>
              </a:ext>
            </a:extLst>
          </p:cNvPr>
          <p:cNvSpPr/>
          <p:nvPr/>
        </p:nvSpPr>
        <p:spPr>
          <a:xfrm>
            <a:off x="0" y="5934975"/>
            <a:ext cx="12192000" cy="923024"/>
          </a:xfrm>
          <a:prstGeom prst="rect">
            <a:avLst/>
          </a:prstGeom>
          <a:solidFill>
            <a:srgbClr val="4AC0F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altLang="en-US" sz="24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5" name="Picture 4" descr="A yellow star on a black background&#10;&#10;Description automatically generated">
            <a:extLst>
              <a:ext uri="{FF2B5EF4-FFF2-40B4-BE49-F238E27FC236}">
                <a16:creationId xmlns:a16="http://schemas.microsoft.com/office/drawing/2014/main" id="{67662DE2-FC88-280A-38E0-7CF510E76D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388" y="-112006"/>
            <a:ext cx="838205" cy="838205"/>
          </a:xfrm>
          <a:prstGeom prst="rect">
            <a:avLst/>
          </a:prstGeom>
        </p:spPr>
      </p:pic>
      <p:graphicFrame>
        <p:nvGraphicFramePr>
          <p:cNvPr id="6" name="Объект 7">
            <a:extLst>
              <a:ext uri="{FF2B5EF4-FFF2-40B4-BE49-F238E27FC236}">
                <a16:creationId xmlns:a16="http://schemas.microsoft.com/office/drawing/2014/main" id="{2ED5B715-A07C-3D22-5010-CA6F153A45B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25183751"/>
              </p:ext>
            </p:extLst>
          </p:nvPr>
        </p:nvGraphicFramePr>
        <p:xfrm>
          <a:off x="1664003" y="5541275"/>
          <a:ext cx="58166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469900" imgH="624840" progId="CorelDraw.Graphic.25">
                  <p:embed/>
                </p:oleObj>
              </mc:Choice>
              <mc:Fallback>
                <p:oleObj r:id="rId5" imgW="469900" imgH="624840" progId="CorelDraw.Graphic.25">
                  <p:embed/>
                  <p:pic>
                    <p:nvPicPr>
                      <p:cNvPr id="6" name="Объект 7">
                        <a:extLst>
                          <a:ext uri="{FF2B5EF4-FFF2-40B4-BE49-F238E27FC236}">
                            <a16:creationId xmlns:a16="http://schemas.microsoft.com/office/drawing/2014/main" id="{AC2CE648-4E68-0CDB-0E3A-C13424EDD2B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664003" y="5541275"/>
                        <a:ext cx="58166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Объект 13">
            <a:extLst>
              <a:ext uri="{FF2B5EF4-FFF2-40B4-BE49-F238E27FC236}">
                <a16:creationId xmlns:a16="http://schemas.microsoft.com/office/drawing/2014/main" id="{D47B6871-054D-D18D-6221-53B025D4912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38186032"/>
              </p:ext>
            </p:extLst>
          </p:nvPr>
        </p:nvGraphicFramePr>
        <p:xfrm>
          <a:off x="8655401" y="5275236"/>
          <a:ext cx="563689" cy="6597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663575" imgH="618490" progId="CorelDraw.Graphic.25">
                  <p:embed/>
                </p:oleObj>
              </mc:Choice>
              <mc:Fallback>
                <p:oleObj r:id="rId7" imgW="663575" imgH="618490" progId="CorelDraw.Graphic.25">
                  <p:embed/>
                  <p:pic>
                    <p:nvPicPr>
                      <p:cNvPr id="7" name="Объект 13">
                        <a:extLst>
                          <a:ext uri="{FF2B5EF4-FFF2-40B4-BE49-F238E27FC236}">
                            <a16:creationId xmlns:a16="http://schemas.microsoft.com/office/drawing/2014/main" id="{699DD7B3-24D1-0C06-DDE8-3CF7B8AC3C2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655401" y="5275236"/>
                        <a:ext cx="563689" cy="65973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0"/>
          <p:cNvSpPr txBox="1">
            <a:spLocks noGrp="1"/>
          </p:cNvSpPr>
          <p:nvPr>
            <p:ph type="body" idx="1"/>
          </p:nvPr>
        </p:nvSpPr>
        <p:spPr>
          <a:xfrm>
            <a:off x="207800" y="1310967"/>
            <a:ext cx="11776400" cy="4819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marL="0" indent="0" algn="ctr">
              <a:buNone/>
            </a:pPr>
            <a:r>
              <a:rPr lang="en-US" sz="5333" i="1" dirty="0" err="1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O‘quvchilarga</a:t>
            </a:r>
            <a:r>
              <a:rPr lang="en-US" sz="5333" i="1" dirty="0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 </a:t>
            </a:r>
            <a:r>
              <a:rPr lang="en-US" sz="5333" i="1" dirty="0" err="1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uy</a:t>
            </a:r>
            <a:r>
              <a:rPr lang="en-US" sz="5333" i="1" dirty="0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 </a:t>
            </a:r>
            <a:r>
              <a:rPr lang="en-US" sz="5333" i="1" dirty="0" err="1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vazifalarini</a:t>
            </a:r>
            <a:r>
              <a:rPr lang="en-US" sz="5333" i="1" dirty="0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 </a:t>
            </a:r>
            <a:r>
              <a:rPr lang="en-US" sz="5333" i="1" dirty="0" err="1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bajarishda</a:t>
            </a:r>
            <a:r>
              <a:rPr lang="en-US" sz="5333" i="1" dirty="0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 </a:t>
            </a:r>
            <a:r>
              <a:rPr lang="en-US" sz="5333" i="1" dirty="0" err="1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yoki</a:t>
            </a:r>
            <a:r>
              <a:rPr lang="en-US" sz="5333" i="1" dirty="0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 </a:t>
            </a:r>
            <a:r>
              <a:rPr lang="en-US" sz="5333" i="1" dirty="0" err="1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imtihonlarga</a:t>
            </a:r>
            <a:r>
              <a:rPr lang="en-US" sz="5333" i="1" dirty="0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 </a:t>
            </a:r>
            <a:r>
              <a:rPr lang="en-US" sz="5333" i="1" dirty="0" err="1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tayyorgarlik</a:t>
            </a:r>
            <a:r>
              <a:rPr lang="en-US" sz="5333" i="1" dirty="0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 </a:t>
            </a:r>
            <a:r>
              <a:rPr lang="en-US" sz="5333" i="1" dirty="0" err="1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chog’ida</a:t>
            </a:r>
            <a:r>
              <a:rPr lang="en-US" sz="5333" i="1" dirty="0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 </a:t>
            </a:r>
            <a:r>
              <a:rPr lang="en-US" sz="5333" i="1" dirty="0" err="1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chatbotlar</a:t>
            </a:r>
            <a:r>
              <a:rPr lang="en-US" sz="5333" i="1" dirty="0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 </a:t>
            </a:r>
            <a:r>
              <a:rPr lang="en-US" sz="5333" i="1" dirty="0" err="1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kabi</a:t>
            </a:r>
            <a:r>
              <a:rPr lang="en-US" sz="5333" i="1" dirty="0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 SI </a:t>
            </a:r>
            <a:r>
              <a:rPr lang="en-US" sz="5333" i="1" dirty="0" err="1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vositalaridan</a:t>
            </a:r>
            <a:r>
              <a:rPr lang="en-US" sz="5333" i="1" dirty="0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 </a:t>
            </a:r>
            <a:r>
              <a:rPr lang="en-US" sz="5333" i="1" dirty="0" err="1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foydalanishga</a:t>
            </a:r>
            <a:r>
              <a:rPr lang="en-US" sz="5333" i="1" dirty="0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 </a:t>
            </a:r>
            <a:r>
              <a:rPr lang="en-US" sz="5333" i="1" dirty="0" err="1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ruxsat</a:t>
            </a:r>
            <a:r>
              <a:rPr lang="en-US" sz="5333" i="1" dirty="0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 </a:t>
            </a:r>
            <a:r>
              <a:rPr lang="en-US" sz="5333" i="1" dirty="0" err="1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berilishi</a:t>
            </a:r>
            <a:r>
              <a:rPr lang="en-US" sz="5333" i="1" dirty="0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 </a:t>
            </a:r>
            <a:r>
              <a:rPr lang="en-US" sz="5333" i="1" dirty="0" err="1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kerakmi</a:t>
            </a:r>
            <a:r>
              <a:rPr lang="en-US" sz="5333" i="1" dirty="0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?</a:t>
            </a:r>
          </a:p>
        </p:txBody>
      </p:sp>
      <p:sp>
        <p:nvSpPr>
          <p:cNvPr id="4" name="Google Shape;207;p34">
            <a:extLst>
              <a:ext uri="{FF2B5EF4-FFF2-40B4-BE49-F238E27FC236}">
                <a16:creationId xmlns:a16="http://schemas.microsoft.com/office/drawing/2014/main" id="{245AE03E-AA6C-6070-A21A-F6D0DF1304A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84407" y="322367"/>
            <a:ext cx="10690826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>
              <a:buNone/>
            </a:pPr>
            <a:r>
              <a:rPr lang="en" dirty="0">
                <a:latin typeface="Host Grotesk" panose="020B0504030402000203" pitchFamily="34" charset="0"/>
                <a:ea typeface="Bitter"/>
                <a:cs typeface="Bitter"/>
                <a:sym typeface="Bitter"/>
              </a:rPr>
              <a:t>Ikkilantirma (Dilemma) </a:t>
            </a:r>
            <a:endParaRPr dirty="0">
              <a:latin typeface="Host Grotesk" panose="020B0504030402000203" pitchFamily="34" charset="0"/>
              <a:ea typeface="Bitter"/>
              <a:cs typeface="Bitter"/>
              <a:sym typeface="Bitter"/>
            </a:endParaRPr>
          </a:p>
        </p:txBody>
      </p:sp>
      <p:pic>
        <p:nvPicPr>
          <p:cNvPr id="2" name="Picture 1" descr="A logo on a black background&#10;&#10;Description automatically generated">
            <a:extLst>
              <a:ext uri="{FF2B5EF4-FFF2-40B4-BE49-F238E27FC236}">
                <a16:creationId xmlns:a16="http://schemas.microsoft.com/office/drawing/2014/main" id="{B2094585-B8EC-8D32-048F-B2D2B05189E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966" t="41761" r="13807" b="41509"/>
          <a:stretch/>
        </p:blipFill>
        <p:spPr>
          <a:xfrm>
            <a:off x="647701" y="579038"/>
            <a:ext cx="1921348" cy="471116"/>
          </a:xfrm>
          <a:prstGeom prst="rect">
            <a:avLst/>
          </a:prstGeom>
        </p:spPr>
      </p:pic>
      <p:sp>
        <p:nvSpPr>
          <p:cNvPr id="3" name="Прямоугольник 7">
            <a:extLst>
              <a:ext uri="{FF2B5EF4-FFF2-40B4-BE49-F238E27FC236}">
                <a16:creationId xmlns:a16="http://schemas.microsoft.com/office/drawing/2014/main" id="{68FEB7A6-9010-E0D6-1481-0C15D900E04D}"/>
              </a:ext>
            </a:extLst>
          </p:cNvPr>
          <p:cNvSpPr/>
          <p:nvPr/>
        </p:nvSpPr>
        <p:spPr>
          <a:xfrm>
            <a:off x="0" y="5934975"/>
            <a:ext cx="12192000" cy="923024"/>
          </a:xfrm>
          <a:prstGeom prst="rect">
            <a:avLst/>
          </a:prstGeom>
          <a:solidFill>
            <a:srgbClr val="4AC0F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altLang="en-US" sz="24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5" name="Picture 4" descr="A yellow star on a black background&#10;&#10;Description automatically generated">
            <a:extLst>
              <a:ext uri="{FF2B5EF4-FFF2-40B4-BE49-F238E27FC236}">
                <a16:creationId xmlns:a16="http://schemas.microsoft.com/office/drawing/2014/main" id="{9B21B880-E677-57AC-EBD9-6386139F13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388" y="-112006"/>
            <a:ext cx="838205" cy="838205"/>
          </a:xfrm>
          <a:prstGeom prst="rect">
            <a:avLst/>
          </a:prstGeom>
        </p:spPr>
      </p:pic>
      <p:graphicFrame>
        <p:nvGraphicFramePr>
          <p:cNvPr id="6" name="Объект 7">
            <a:extLst>
              <a:ext uri="{FF2B5EF4-FFF2-40B4-BE49-F238E27FC236}">
                <a16:creationId xmlns:a16="http://schemas.microsoft.com/office/drawing/2014/main" id="{4C835EFE-52F1-1FAF-8D72-947DB706168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25183751"/>
              </p:ext>
            </p:extLst>
          </p:nvPr>
        </p:nvGraphicFramePr>
        <p:xfrm>
          <a:off x="1664003" y="5541275"/>
          <a:ext cx="58166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469900" imgH="624840" progId="CorelDraw.Graphic.25">
                  <p:embed/>
                </p:oleObj>
              </mc:Choice>
              <mc:Fallback>
                <p:oleObj r:id="rId5" imgW="469900" imgH="624840" progId="CorelDraw.Graphic.25">
                  <p:embed/>
                  <p:pic>
                    <p:nvPicPr>
                      <p:cNvPr id="6" name="Объект 7">
                        <a:extLst>
                          <a:ext uri="{FF2B5EF4-FFF2-40B4-BE49-F238E27FC236}">
                            <a16:creationId xmlns:a16="http://schemas.microsoft.com/office/drawing/2014/main" id="{AC2CE648-4E68-0CDB-0E3A-C13424EDD2B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664003" y="5541275"/>
                        <a:ext cx="58166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Объект 13">
            <a:extLst>
              <a:ext uri="{FF2B5EF4-FFF2-40B4-BE49-F238E27FC236}">
                <a16:creationId xmlns:a16="http://schemas.microsoft.com/office/drawing/2014/main" id="{1770E183-04FE-3013-66B7-974F0F3090C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38186032"/>
              </p:ext>
            </p:extLst>
          </p:nvPr>
        </p:nvGraphicFramePr>
        <p:xfrm>
          <a:off x="8655401" y="5275236"/>
          <a:ext cx="563689" cy="6597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663575" imgH="618490" progId="CorelDraw.Graphic.25">
                  <p:embed/>
                </p:oleObj>
              </mc:Choice>
              <mc:Fallback>
                <p:oleObj r:id="rId7" imgW="663575" imgH="618490" progId="CorelDraw.Graphic.25">
                  <p:embed/>
                  <p:pic>
                    <p:nvPicPr>
                      <p:cNvPr id="7" name="Объект 13">
                        <a:extLst>
                          <a:ext uri="{FF2B5EF4-FFF2-40B4-BE49-F238E27FC236}">
                            <a16:creationId xmlns:a16="http://schemas.microsoft.com/office/drawing/2014/main" id="{699DD7B3-24D1-0C06-DDE8-3CF7B8AC3C2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655401" y="5275236"/>
                        <a:ext cx="563689" cy="65973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1"/>
          <p:cNvSpPr txBox="1">
            <a:spLocks noGrp="1"/>
          </p:cNvSpPr>
          <p:nvPr>
            <p:ph type="body" idx="1"/>
          </p:nvPr>
        </p:nvSpPr>
        <p:spPr>
          <a:xfrm>
            <a:off x="207800" y="1310966"/>
            <a:ext cx="11776400" cy="4898825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marL="0" indent="0" algn="ctr">
              <a:buNone/>
            </a:pPr>
            <a:r>
              <a:rPr lang="en-US" sz="5333" i="1" dirty="0" err="1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Sun’iy</a:t>
            </a:r>
            <a:r>
              <a:rPr lang="en-US" sz="5333" i="1" dirty="0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 </a:t>
            </a:r>
            <a:r>
              <a:rPr lang="en-US" sz="5333" i="1" dirty="0" err="1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idrok</a:t>
            </a:r>
            <a:r>
              <a:rPr lang="en-US" sz="5333" i="1" dirty="0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 </a:t>
            </a:r>
            <a:r>
              <a:rPr lang="en-US" sz="5333" i="1" dirty="0" err="1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maqsadli</a:t>
            </a:r>
            <a:r>
              <a:rPr lang="en-US" sz="5333" i="1" dirty="0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 </a:t>
            </a:r>
            <a:r>
              <a:rPr lang="en-US" sz="5333" i="1" dirty="0" err="1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reklama</a:t>
            </a:r>
            <a:r>
              <a:rPr lang="en-US" sz="5333" i="1" dirty="0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 </a:t>
            </a:r>
            <a:r>
              <a:rPr lang="en-US" sz="5333" i="1" dirty="0" err="1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yoki</a:t>
            </a:r>
            <a:r>
              <a:rPr lang="en-US" sz="5333" i="1" dirty="0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 </a:t>
            </a:r>
            <a:r>
              <a:rPr lang="en-US" sz="5333" i="1" dirty="0" err="1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boshqa</a:t>
            </a:r>
            <a:r>
              <a:rPr lang="en-US" sz="5333" i="1" dirty="0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 </a:t>
            </a:r>
            <a:r>
              <a:rPr lang="en-US" sz="5333" i="1" dirty="0" err="1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vositalar</a:t>
            </a:r>
            <a:r>
              <a:rPr lang="en-US" sz="5333" i="1" dirty="0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 </a:t>
            </a:r>
            <a:r>
              <a:rPr lang="en-US" sz="5333" i="1" dirty="0" err="1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orqali</a:t>
            </a:r>
            <a:r>
              <a:rPr lang="en-US" sz="5333" i="1" dirty="0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 </a:t>
            </a:r>
            <a:r>
              <a:rPr lang="en-US" sz="5333" i="1" dirty="0" err="1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o‘quvchilarning</a:t>
            </a:r>
            <a:r>
              <a:rPr lang="en-US" sz="5333" i="1" dirty="0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 </a:t>
            </a:r>
            <a:r>
              <a:rPr lang="en-US" sz="5333" i="1" dirty="0" err="1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tanlovlariga</a:t>
            </a:r>
            <a:r>
              <a:rPr lang="en-US" sz="5333" i="1" dirty="0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 </a:t>
            </a:r>
            <a:r>
              <a:rPr lang="en-US" sz="5333" i="1" dirty="0" err="1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adolatsiz</a:t>
            </a:r>
            <a:r>
              <a:rPr lang="en-US" sz="5333" i="1" dirty="0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 </a:t>
            </a:r>
            <a:r>
              <a:rPr lang="en-US" sz="5333" i="1" dirty="0" err="1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yoki</a:t>
            </a:r>
            <a:r>
              <a:rPr lang="en-US" sz="5333" i="1" dirty="0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 </a:t>
            </a:r>
            <a:r>
              <a:rPr lang="en-US" sz="5333" i="1" dirty="0" err="1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manipulyativ</a:t>
            </a:r>
            <a:r>
              <a:rPr lang="en-US" sz="5333" i="1" dirty="0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 </a:t>
            </a:r>
            <a:r>
              <a:rPr lang="en-US" sz="5333" i="1" dirty="0" err="1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ta’sir</a:t>
            </a:r>
            <a:r>
              <a:rPr lang="en-US" sz="5333" i="1" dirty="0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 </a:t>
            </a:r>
            <a:r>
              <a:rPr lang="en-US" sz="5333" i="1" dirty="0" err="1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o‘tkazishining</a:t>
            </a:r>
            <a:r>
              <a:rPr lang="en-US" sz="5333" i="1" dirty="0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 </a:t>
            </a:r>
            <a:r>
              <a:rPr lang="en-US" sz="5333" i="1" dirty="0" err="1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oldi</a:t>
            </a:r>
            <a:r>
              <a:rPr lang="en-US" sz="5333" i="1" dirty="0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 </a:t>
            </a:r>
            <a:r>
              <a:rPr lang="en-US" sz="5333" i="1" dirty="0" err="1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qanday</a:t>
            </a:r>
            <a:r>
              <a:rPr lang="en-US" sz="5333" i="1" dirty="0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 </a:t>
            </a:r>
            <a:r>
              <a:rPr lang="en-US" sz="5333" i="1" dirty="0" err="1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olinishi</a:t>
            </a:r>
            <a:r>
              <a:rPr lang="en-US" sz="5333" i="1" dirty="0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 </a:t>
            </a:r>
            <a:r>
              <a:rPr lang="en-US" sz="5333" i="1" dirty="0" err="1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mumkin</a:t>
            </a:r>
            <a:r>
              <a:rPr lang="en-US" sz="5333" i="1" dirty="0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?</a:t>
            </a:r>
            <a:endParaRPr sz="5333" i="1" dirty="0">
              <a:solidFill>
                <a:schemeClr val="dk1"/>
              </a:solidFill>
              <a:latin typeface="Host Grotesk" panose="020B0504030402000203" pitchFamily="34" charset="0"/>
              <a:ea typeface="Rubik"/>
              <a:cs typeface="Rubik"/>
              <a:sym typeface="Rubik"/>
            </a:endParaRPr>
          </a:p>
        </p:txBody>
      </p:sp>
      <p:sp>
        <p:nvSpPr>
          <p:cNvPr id="4" name="Google Shape;207;p34">
            <a:extLst>
              <a:ext uri="{FF2B5EF4-FFF2-40B4-BE49-F238E27FC236}">
                <a16:creationId xmlns:a16="http://schemas.microsoft.com/office/drawing/2014/main" id="{D8AD9AE0-D39A-50A6-CACD-D1C5D7B96F0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84407" y="322367"/>
            <a:ext cx="10690826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>
              <a:buNone/>
            </a:pPr>
            <a:r>
              <a:rPr lang="en" dirty="0">
                <a:latin typeface="Host Grotesk" panose="020B0504030402000203" pitchFamily="34" charset="0"/>
                <a:ea typeface="Bitter"/>
                <a:cs typeface="Bitter"/>
                <a:sym typeface="Bitter"/>
              </a:rPr>
              <a:t>Ikkilantirma (Dilemma) </a:t>
            </a:r>
            <a:endParaRPr dirty="0">
              <a:latin typeface="Host Grotesk" panose="020B0504030402000203" pitchFamily="34" charset="0"/>
              <a:ea typeface="Bitter"/>
              <a:cs typeface="Bitter"/>
              <a:sym typeface="Bitter"/>
            </a:endParaRPr>
          </a:p>
        </p:txBody>
      </p:sp>
      <p:pic>
        <p:nvPicPr>
          <p:cNvPr id="2" name="Picture 1" descr="A logo on a black background&#10;&#10;Description automatically generated">
            <a:extLst>
              <a:ext uri="{FF2B5EF4-FFF2-40B4-BE49-F238E27FC236}">
                <a16:creationId xmlns:a16="http://schemas.microsoft.com/office/drawing/2014/main" id="{E56F0D44-6D6C-3C06-F059-4E4E565AB94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966" t="41761" r="13807" b="41509"/>
          <a:stretch/>
        </p:blipFill>
        <p:spPr>
          <a:xfrm>
            <a:off x="647701" y="579038"/>
            <a:ext cx="1921348" cy="471116"/>
          </a:xfrm>
          <a:prstGeom prst="rect">
            <a:avLst/>
          </a:prstGeom>
        </p:spPr>
      </p:pic>
      <p:sp>
        <p:nvSpPr>
          <p:cNvPr id="3" name="Прямоугольник 7">
            <a:extLst>
              <a:ext uri="{FF2B5EF4-FFF2-40B4-BE49-F238E27FC236}">
                <a16:creationId xmlns:a16="http://schemas.microsoft.com/office/drawing/2014/main" id="{3401F085-92E6-AE4F-D5FF-F91D61A10F57}"/>
              </a:ext>
            </a:extLst>
          </p:cNvPr>
          <p:cNvSpPr/>
          <p:nvPr/>
        </p:nvSpPr>
        <p:spPr>
          <a:xfrm>
            <a:off x="0" y="5934975"/>
            <a:ext cx="12192000" cy="923024"/>
          </a:xfrm>
          <a:prstGeom prst="rect">
            <a:avLst/>
          </a:prstGeom>
          <a:solidFill>
            <a:srgbClr val="4AC0F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altLang="en-US" sz="24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5" name="Picture 4" descr="A yellow star on a black background&#10;&#10;Description automatically generated">
            <a:extLst>
              <a:ext uri="{FF2B5EF4-FFF2-40B4-BE49-F238E27FC236}">
                <a16:creationId xmlns:a16="http://schemas.microsoft.com/office/drawing/2014/main" id="{499C9B2D-C763-B50D-340C-AFBAFC334D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388" y="-112006"/>
            <a:ext cx="838205" cy="838205"/>
          </a:xfrm>
          <a:prstGeom prst="rect">
            <a:avLst/>
          </a:prstGeom>
        </p:spPr>
      </p:pic>
      <p:graphicFrame>
        <p:nvGraphicFramePr>
          <p:cNvPr id="6" name="Объект 7">
            <a:extLst>
              <a:ext uri="{FF2B5EF4-FFF2-40B4-BE49-F238E27FC236}">
                <a16:creationId xmlns:a16="http://schemas.microsoft.com/office/drawing/2014/main" id="{5C1970F6-EBAB-9F54-13BC-1DD44D438FF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25183751"/>
              </p:ext>
            </p:extLst>
          </p:nvPr>
        </p:nvGraphicFramePr>
        <p:xfrm>
          <a:off x="1664003" y="5541275"/>
          <a:ext cx="58166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469900" imgH="624840" progId="CorelDraw.Graphic.25">
                  <p:embed/>
                </p:oleObj>
              </mc:Choice>
              <mc:Fallback>
                <p:oleObj r:id="rId5" imgW="469900" imgH="624840" progId="CorelDraw.Graphic.25">
                  <p:embed/>
                  <p:pic>
                    <p:nvPicPr>
                      <p:cNvPr id="6" name="Объект 7">
                        <a:extLst>
                          <a:ext uri="{FF2B5EF4-FFF2-40B4-BE49-F238E27FC236}">
                            <a16:creationId xmlns:a16="http://schemas.microsoft.com/office/drawing/2014/main" id="{AC2CE648-4E68-0CDB-0E3A-C13424EDD2B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664003" y="5541275"/>
                        <a:ext cx="58166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Объект 13">
            <a:extLst>
              <a:ext uri="{FF2B5EF4-FFF2-40B4-BE49-F238E27FC236}">
                <a16:creationId xmlns:a16="http://schemas.microsoft.com/office/drawing/2014/main" id="{2D30BD94-7841-780F-AFE4-DB04A2DA3CA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38186032"/>
              </p:ext>
            </p:extLst>
          </p:nvPr>
        </p:nvGraphicFramePr>
        <p:xfrm>
          <a:off x="8655401" y="5275236"/>
          <a:ext cx="563689" cy="6597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663575" imgH="618490" progId="CorelDraw.Graphic.25">
                  <p:embed/>
                </p:oleObj>
              </mc:Choice>
              <mc:Fallback>
                <p:oleObj r:id="rId7" imgW="663575" imgH="618490" progId="CorelDraw.Graphic.25">
                  <p:embed/>
                  <p:pic>
                    <p:nvPicPr>
                      <p:cNvPr id="7" name="Объект 13">
                        <a:extLst>
                          <a:ext uri="{FF2B5EF4-FFF2-40B4-BE49-F238E27FC236}">
                            <a16:creationId xmlns:a16="http://schemas.microsoft.com/office/drawing/2014/main" id="{699DD7B3-24D1-0C06-DDE8-3CF7B8AC3C2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655401" y="5275236"/>
                        <a:ext cx="563689" cy="65973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2"/>
          <p:cNvSpPr txBox="1">
            <a:spLocks noGrp="1"/>
          </p:cNvSpPr>
          <p:nvPr>
            <p:ph type="body" idx="1"/>
          </p:nvPr>
        </p:nvSpPr>
        <p:spPr>
          <a:xfrm>
            <a:off x="207800" y="1310967"/>
            <a:ext cx="11776400" cy="4819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marL="0" indent="0" algn="ctr">
              <a:buNone/>
            </a:pPr>
            <a:r>
              <a:rPr lang="en-US" sz="5333" i="1" dirty="0" err="1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Maktablar</a:t>
            </a:r>
            <a:r>
              <a:rPr lang="en-US" sz="5333" i="1" dirty="0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 </a:t>
            </a:r>
            <a:r>
              <a:rPr lang="en-US" sz="5333" i="1" dirty="0" err="1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o'quvchilar</a:t>
            </a:r>
            <a:r>
              <a:rPr lang="en-US" sz="5333" i="1" dirty="0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 </a:t>
            </a:r>
            <a:r>
              <a:rPr lang="en-US" sz="5333" i="1" dirty="0" err="1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va</a:t>
            </a:r>
            <a:r>
              <a:rPr lang="en-US" sz="5333" i="1" dirty="0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 </a:t>
            </a:r>
            <a:r>
              <a:rPr lang="en-US" sz="5333" i="1" dirty="0" err="1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ota-onalardan</a:t>
            </a:r>
            <a:r>
              <a:rPr lang="en-US" sz="5333" i="1" dirty="0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 </a:t>
            </a:r>
            <a:r>
              <a:rPr lang="en-US" sz="5333" i="1" dirty="0" err="1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sun’iy</a:t>
            </a:r>
            <a:r>
              <a:rPr lang="en-US" sz="5333" i="1" dirty="0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 </a:t>
            </a:r>
            <a:r>
              <a:rPr lang="en-US" sz="5333" i="1" dirty="0" err="1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idrok</a:t>
            </a:r>
            <a:r>
              <a:rPr lang="en-US" sz="5333" i="1" dirty="0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 </a:t>
            </a:r>
            <a:r>
              <a:rPr lang="en-US" sz="5333" i="1" dirty="0" err="1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asosida</a:t>
            </a:r>
            <a:r>
              <a:rPr lang="en-US" sz="5333" i="1" dirty="0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 </a:t>
            </a:r>
            <a:r>
              <a:rPr lang="en-US" sz="5333" i="1" dirty="0" err="1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ishlovchi</a:t>
            </a:r>
            <a:r>
              <a:rPr lang="en-US" sz="5333" i="1" dirty="0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 </a:t>
            </a:r>
            <a:r>
              <a:rPr lang="en-US" sz="5333" i="1" dirty="0" err="1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o‘quv</a:t>
            </a:r>
            <a:r>
              <a:rPr lang="en-US" sz="5333" i="1" dirty="0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 </a:t>
            </a:r>
            <a:r>
              <a:rPr lang="en-US" sz="5333" i="1" dirty="0" err="1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qurollarning</a:t>
            </a:r>
            <a:r>
              <a:rPr lang="en-US" sz="5333" i="1" dirty="0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 </a:t>
            </a:r>
            <a:r>
              <a:rPr lang="en-US" sz="5333" i="1" dirty="0" err="1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qay</a:t>
            </a:r>
            <a:r>
              <a:rPr lang="en-US" sz="5333" i="1" dirty="0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 </a:t>
            </a:r>
            <a:r>
              <a:rPr lang="en-US" sz="5333" i="1" dirty="0" err="1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yo'sinda</a:t>
            </a:r>
            <a:r>
              <a:rPr lang="en-US" sz="5333" i="1" dirty="0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 </a:t>
            </a:r>
            <a:r>
              <a:rPr lang="en-US" sz="5333" i="1" dirty="0" err="1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qaror</a:t>
            </a:r>
            <a:r>
              <a:rPr lang="en-US" sz="5333" i="1" dirty="0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 </a:t>
            </a:r>
            <a:r>
              <a:rPr lang="en-US" sz="5333" i="1" dirty="0" err="1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qabul</a:t>
            </a:r>
            <a:r>
              <a:rPr lang="en-US" sz="5333" i="1" dirty="0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 </a:t>
            </a:r>
            <a:r>
              <a:rPr lang="en-US" sz="5333" i="1" dirty="0" err="1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qilishlarini</a:t>
            </a:r>
            <a:r>
              <a:rPr lang="en-US" sz="5333" i="1" dirty="0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 </a:t>
            </a:r>
            <a:r>
              <a:rPr lang="en-US" sz="5333" i="1" dirty="0" err="1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o'rganishni</a:t>
            </a:r>
            <a:r>
              <a:rPr lang="en-US" sz="5333" i="1" dirty="0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 talab </a:t>
            </a:r>
            <a:r>
              <a:rPr lang="en-US" sz="5333" i="1" dirty="0" err="1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qilishi</a:t>
            </a:r>
            <a:r>
              <a:rPr lang="en-US" sz="5333" i="1" dirty="0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 </a:t>
            </a:r>
            <a:r>
              <a:rPr lang="en-US" sz="5333" i="1" dirty="0" err="1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kerakmi</a:t>
            </a:r>
            <a:r>
              <a:rPr lang="en-US" sz="5333" i="1" dirty="0">
                <a:solidFill>
                  <a:schemeClr val="dk1"/>
                </a:solidFill>
                <a:latin typeface="Host Grotesk" panose="020B0504030402000203" pitchFamily="34" charset="0"/>
                <a:ea typeface="Rubik"/>
                <a:cs typeface="Rubik"/>
                <a:sym typeface="Rubik"/>
              </a:rPr>
              <a:t>?</a:t>
            </a:r>
            <a:endParaRPr sz="5333" i="1" dirty="0">
              <a:solidFill>
                <a:schemeClr val="dk1"/>
              </a:solidFill>
              <a:latin typeface="Host Grotesk" panose="020B0504030402000203" pitchFamily="34" charset="0"/>
              <a:ea typeface="Rubik"/>
              <a:cs typeface="Rubik"/>
              <a:sym typeface="Rubik"/>
            </a:endParaRPr>
          </a:p>
        </p:txBody>
      </p:sp>
      <p:sp>
        <p:nvSpPr>
          <p:cNvPr id="4" name="Google Shape;207;p34">
            <a:extLst>
              <a:ext uri="{FF2B5EF4-FFF2-40B4-BE49-F238E27FC236}">
                <a16:creationId xmlns:a16="http://schemas.microsoft.com/office/drawing/2014/main" id="{3245DE12-2BA8-0A20-C30D-76CFB2F7A56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84407" y="322367"/>
            <a:ext cx="6734683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>
              <a:buNone/>
            </a:pPr>
            <a:r>
              <a:rPr lang="en" dirty="0">
                <a:latin typeface="Host Grotesk" panose="020B0504030402000203" pitchFamily="34" charset="0"/>
                <a:ea typeface="Bitter"/>
                <a:cs typeface="Bitter"/>
                <a:sym typeface="Bitter"/>
              </a:rPr>
              <a:t>Ikkilantirma (Dilemma) </a:t>
            </a:r>
            <a:endParaRPr dirty="0">
              <a:latin typeface="Host Grotesk" panose="020B0504030402000203" pitchFamily="34" charset="0"/>
              <a:ea typeface="Bitter"/>
              <a:cs typeface="Bitter"/>
              <a:sym typeface="Bitter"/>
            </a:endParaRPr>
          </a:p>
        </p:txBody>
      </p:sp>
      <p:pic>
        <p:nvPicPr>
          <p:cNvPr id="2" name="Picture 1" descr="A logo on a black background&#10;&#10;Description automatically generated">
            <a:extLst>
              <a:ext uri="{FF2B5EF4-FFF2-40B4-BE49-F238E27FC236}">
                <a16:creationId xmlns:a16="http://schemas.microsoft.com/office/drawing/2014/main" id="{9AF2AD3D-F3F7-DAB9-FC8B-B531BF5A2A8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966" t="41761" r="13807" b="41509"/>
          <a:stretch/>
        </p:blipFill>
        <p:spPr>
          <a:xfrm>
            <a:off x="647701" y="579038"/>
            <a:ext cx="1921348" cy="471116"/>
          </a:xfrm>
          <a:prstGeom prst="rect">
            <a:avLst/>
          </a:prstGeom>
        </p:spPr>
      </p:pic>
      <p:sp>
        <p:nvSpPr>
          <p:cNvPr id="3" name="Прямоугольник 7">
            <a:extLst>
              <a:ext uri="{FF2B5EF4-FFF2-40B4-BE49-F238E27FC236}">
                <a16:creationId xmlns:a16="http://schemas.microsoft.com/office/drawing/2014/main" id="{892FF81A-F77D-C8E3-6CD7-08DB8C8D2448}"/>
              </a:ext>
            </a:extLst>
          </p:cNvPr>
          <p:cNvSpPr/>
          <p:nvPr/>
        </p:nvSpPr>
        <p:spPr>
          <a:xfrm>
            <a:off x="0" y="5934975"/>
            <a:ext cx="12192000" cy="923024"/>
          </a:xfrm>
          <a:prstGeom prst="rect">
            <a:avLst/>
          </a:prstGeom>
          <a:solidFill>
            <a:srgbClr val="4AC0F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altLang="en-US" sz="24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5" name="Picture 4" descr="A yellow star on a black background&#10;&#10;Description automatically generated">
            <a:extLst>
              <a:ext uri="{FF2B5EF4-FFF2-40B4-BE49-F238E27FC236}">
                <a16:creationId xmlns:a16="http://schemas.microsoft.com/office/drawing/2014/main" id="{D3200CE6-D34A-C25C-E152-1F61EC835F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388" y="-112006"/>
            <a:ext cx="838205" cy="838205"/>
          </a:xfrm>
          <a:prstGeom prst="rect">
            <a:avLst/>
          </a:prstGeom>
        </p:spPr>
      </p:pic>
      <p:graphicFrame>
        <p:nvGraphicFramePr>
          <p:cNvPr id="6" name="Объект 7">
            <a:extLst>
              <a:ext uri="{FF2B5EF4-FFF2-40B4-BE49-F238E27FC236}">
                <a16:creationId xmlns:a16="http://schemas.microsoft.com/office/drawing/2014/main" id="{FBA42860-38E0-56CD-3F49-942F7C91F42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25183751"/>
              </p:ext>
            </p:extLst>
          </p:nvPr>
        </p:nvGraphicFramePr>
        <p:xfrm>
          <a:off x="1664003" y="5541275"/>
          <a:ext cx="58166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469900" imgH="624840" progId="CorelDraw.Graphic.25">
                  <p:embed/>
                </p:oleObj>
              </mc:Choice>
              <mc:Fallback>
                <p:oleObj r:id="rId5" imgW="469900" imgH="624840" progId="CorelDraw.Graphic.25">
                  <p:embed/>
                  <p:pic>
                    <p:nvPicPr>
                      <p:cNvPr id="6" name="Объект 7">
                        <a:extLst>
                          <a:ext uri="{FF2B5EF4-FFF2-40B4-BE49-F238E27FC236}">
                            <a16:creationId xmlns:a16="http://schemas.microsoft.com/office/drawing/2014/main" id="{AC2CE648-4E68-0CDB-0E3A-C13424EDD2B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664003" y="5541275"/>
                        <a:ext cx="58166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Объект 13">
            <a:extLst>
              <a:ext uri="{FF2B5EF4-FFF2-40B4-BE49-F238E27FC236}">
                <a16:creationId xmlns:a16="http://schemas.microsoft.com/office/drawing/2014/main" id="{7A15C49D-F1A2-9F67-FDC1-630F9A1934C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38186032"/>
              </p:ext>
            </p:extLst>
          </p:nvPr>
        </p:nvGraphicFramePr>
        <p:xfrm>
          <a:off x="8655401" y="5275236"/>
          <a:ext cx="563689" cy="6597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663575" imgH="618490" progId="CorelDraw.Graphic.25">
                  <p:embed/>
                </p:oleObj>
              </mc:Choice>
              <mc:Fallback>
                <p:oleObj r:id="rId7" imgW="663575" imgH="618490" progId="CorelDraw.Graphic.25">
                  <p:embed/>
                  <p:pic>
                    <p:nvPicPr>
                      <p:cNvPr id="7" name="Объект 13">
                        <a:extLst>
                          <a:ext uri="{FF2B5EF4-FFF2-40B4-BE49-F238E27FC236}">
                            <a16:creationId xmlns:a16="http://schemas.microsoft.com/office/drawing/2014/main" id="{699DD7B3-24D1-0C06-DDE8-3CF7B8AC3C2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655401" y="5275236"/>
                        <a:ext cx="563689" cy="65973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654</Words>
  <Application>Microsoft Office PowerPoint</Application>
  <PresentationFormat>Widescreen</PresentationFormat>
  <Paragraphs>72</Paragraphs>
  <Slides>20</Slides>
  <Notes>12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1" baseType="lpstr">
      <vt:lpstr>Abel</vt:lpstr>
      <vt:lpstr>Aptos</vt:lpstr>
      <vt:lpstr>Aptos Display</vt:lpstr>
      <vt:lpstr>Arial</vt:lpstr>
      <vt:lpstr>Bitter</vt:lpstr>
      <vt:lpstr>Century Gothic</vt:lpstr>
      <vt:lpstr>Host Grotesk</vt:lpstr>
      <vt:lpstr>Lexend</vt:lpstr>
      <vt:lpstr>Rubik</vt:lpstr>
      <vt:lpstr>Office Theme</vt:lpstr>
      <vt:lpstr>CorelDraw.Graphic.25</vt:lpstr>
      <vt:lpstr> </vt:lpstr>
      <vt:lpstr> </vt:lpstr>
      <vt:lpstr>PowerPoint Presentation</vt:lpstr>
      <vt:lpstr>PowerPoint Presentation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Ikkilantirma (Dilemma) </vt:lpstr>
      <vt:lpstr>PowerPoint Presentation</vt:lpstr>
      <vt:lpstr>Ikkilantirma (Dilemma) </vt:lpstr>
      <vt:lpstr>Ikkilantirma (Dilemma) </vt:lpstr>
      <vt:lpstr>Ikkilantirma (Dilemma) </vt:lpstr>
      <vt:lpstr>Ikkilantirma (Dilemma) </vt:lpstr>
      <vt:lpstr>Ikkilantirma (Dilemma) </vt:lpstr>
      <vt:lpstr>Ikkilantirma (Dilemma) </vt:lpstr>
      <vt:lpstr>Ikkilantirma (Dilemma)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Foziljon Alisherov</dc:creator>
  <cp:lastModifiedBy>Foziljon Alisherov</cp:lastModifiedBy>
  <cp:revision>5</cp:revision>
  <dcterms:created xsi:type="dcterms:W3CDTF">2025-05-18T11:00:52Z</dcterms:created>
  <dcterms:modified xsi:type="dcterms:W3CDTF">2025-05-18T11:18:03Z</dcterms:modified>
</cp:coreProperties>
</file>