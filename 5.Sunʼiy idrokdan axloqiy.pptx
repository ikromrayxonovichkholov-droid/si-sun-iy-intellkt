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2"/>
  </p:notesMasterIdLst>
  <p:sldIdLst>
    <p:sldId id="274" r:id="rId2"/>
    <p:sldId id="330" r:id="rId3"/>
    <p:sldId id="331" r:id="rId4"/>
    <p:sldId id="332" r:id="rId5"/>
    <p:sldId id="334" r:id="rId6"/>
    <p:sldId id="335" r:id="rId7"/>
    <p:sldId id="260" r:id="rId8"/>
    <p:sldId id="336" r:id="rId9"/>
    <p:sldId id="262" r:id="rId10"/>
    <p:sldId id="337" r:id="rId11"/>
    <p:sldId id="264" r:id="rId12"/>
    <p:sldId id="265" r:id="rId13"/>
    <p:sldId id="266" r:id="rId14"/>
    <p:sldId id="267" r:id="rId15"/>
    <p:sldId id="339" r:id="rId16"/>
    <p:sldId id="269" r:id="rId17"/>
    <p:sldId id="270" r:id="rId18"/>
    <p:sldId id="271" r:id="rId19"/>
    <p:sldId id="340" r:id="rId20"/>
    <p:sldId id="273" r:id="rId21"/>
  </p:sldIdLst>
  <p:sldSz cx="9144000" cy="5143500" type="screen16x9"/>
  <p:notesSz cx="6858000" cy="9144000"/>
  <p:embeddedFontLst>
    <p:embeddedFont>
      <p:font typeface="Century Gothic" panose="020B0502020202020204" pitchFamily="34" charset="0"/>
      <p:regular r:id="rId23"/>
      <p:bold r:id="rId24"/>
      <p:italic r:id="rId25"/>
      <p:boldItalic r:id="rId26"/>
    </p:embeddedFont>
    <p:embeddedFont>
      <p:font typeface="Host Grotesk" panose="020B0504030402000203" pitchFamily="34" charset="0"/>
      <p:regular r:id="rId27"/>
      <p:bold r:id="rId28"/>
      <p:italic r:id="rId29"/>
      <p:boldItalic r:id="rId30"/>
    </p:embeddedFont>
    <p:embeddedFont>
      <p:font typeface="Rubik" panose="020B0604020202020204" charset="-79"/>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D3746DF9-7E0C-4E25-AC5D-0CE11D1A25E4}">
          <p14:sldIdLst>
            <p14:sldId id="274"/>
            <p14:sldId id="330"/>
            <p14:sldId id="331"/>
            <p14:sldId id="332"/>
            <p14:sldId id="334"/>
            <p14:sldId id="335"/>
            <p14:sldId id="260"/>
            <p14:sldId id="336"/>
            <p14:sldId id="262"/>
            <p14:sldId id="337"/>
            <p14:sldId id="264"/>
            <p14:sldId id="265"/>
            <p14:sldId id="266"/>
            <p14:sldId id="267"/>
            <p14:sldId id="339"/>
            <p14:sldId id="269"/>
            <p14:sldId id="270"/>
            <p14:sldId id="271"/>
            <p14:sldId id="340"/>
            <p14:sldId id="273"/>
          </p14:sldIdLst>
        </p14:section>
      </p14:sectionLst>
    </p:ex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06" autoAdjust="0"/>
    <p:restoredTop sz="94364" autoAdjust="0"/>
  </p:normalViewPr>
  <p:slideViewPr>
    <p:cSldViewPr snapToGrid="0">
      <p:cViewPr varScale="1">
        <p:scale>
          <a:sx n="146" d="100"/>
          <a:sy n="146" d="100"/>
        </p:scale>
        <p:origin x="648" y="11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2d60a003f34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2d60a003f34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d5e870ec20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d5e870ec20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d60a003f34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d60a003f34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dirty="0"/>
              <a:t>Insonlar</a:t>
            </a:r>
            <a:r>
              <a:rPr lang="en" baseline="0" dirty="0"/>
              <a:t> soxta fotosuratlarga ishonishi va hech qachon sodir bo’lmagan narsa haqida tashvishlanishlari mumkin</a:t>
            </a:r>
            <a:r>
              <a:rPr lang="en" dirty="0"/>
              <a:t>.</a:t>
            </a:r>
            <a:endParaRPr dirty="0"/>
          </a:p>
          <a:p>
            <a:pPr marL="457200" lvl="0" indent="-298450" algn="l" rtl="0">
              <a:spcBef>
                <a:spcPts val="0"/>
              </a:spcBef>
              <a:spcAft>
                <a:spcPts val="0"/>
              </a:spcAft>
              <a:buSzPts val="1100"/>
              <a:buChar char="●"/>
            </a:pPr>
            <a:r>
              <a:rPr lang="en" dirty="0"/>
              <a:t>Insonlar</a:t>
            </a:r>
            <a:r>
              <a:rPr lang="en" baseline="0" dirty="0"/>
              <a:t> bo’rondan keyin, xuddi bo’ron paytida his qilgan qo’rquv yoki sarosimani his qilishlari mumkin</a:t>
            </a:r>
            <a:r>
              <a:rPr lang="en" dirty="0"/>
              <a:t>.</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2d60a003f34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2d60a003f34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b="1" dirty="0">
                <a:solidFill>
                  <a:schemeClr val="dk1"/>
                </a:solidFill>
              </a:rPr>
              <a:t>Nima</a:t>
            </a:r>
            <a:r>
              <a:rPr lang="en" b="1" baseline="0" dirty="0">
                <a:solidFill>
                  <a:schemeClr val="dk1"/>
                </a:solidFill>
              </a:rPr>
              <a:t> uchun tushunarlilik muhim</a:t>
            </a:r>
            <a:endParaRPr b="1" dirty="0">
              <a:solidFill>
                <a:schemeClr val="dk1"/>
              </a:solidFill>
            </a:endParaRPr>
          </a:p>
          <a:p>
            <a:pPr marL="457200" lvl="0" indent="-298450" algn="l" rtl="0">
              <a:spcBef>
                <a:spcPts val="200"/>
              </a:spcBef>
              <a:spcAft>
                <a:spcPts val="0"/>
              </a:spcAft>
              <a:buSzPts val="1100"/>
              <a:buChar char="●"/>
            </a:pPr>
            <a:r>
              <a:rPr lang="en" dirty="0"/>
              <a:t>Agar</a:t>
            </a:r>
            <a:r>
              <a:rPr lang="en" baseline="0" dirty="0"/>
              <a:t> ilova mantiqiy bo’lmagannarsani tavsiya qilsa (komediya ko’rayotganingizda dahshatli film kabi), qanday qilib bunday qaror qilinganiga hayratlanishingiz mumkin</a:t>
            </a:r>
            <a:r>
              <a:rPr lang="en" dirty="0"/>
              <a:t>.</a:t>
            </a:r>
            <a:endParaRPr dirty="0"/>
          </a:p>
          <a:p>
            <a:pPr marL="457200" lvl="0" indent="-298450" algn="l" rtl="0">
              <a:spcBef>
                <a:spcPts val="0"/>
              </a:spcBef>
              <a:spcAft>
                <a:spcPts val="0"/>
              </a:spcAft>
              <a:buSzPts val="1100"/>
              <a:buChar char="●"/>
            </a:pPr>
            <a:r>
              <a:rPr lang="en" dirty="0"/>
              <a:t>SI</a:t>
            </a:r>
            <a:r>
              <a:rPr lang="en" baseline="0" dirty="0"/>
              <a:t> ishlab chiqaruvchilari uning qanday dasturlanganini tushunishlari mumkin, lekin aynan nima uchun shunday tavsiya berganini emas.</a:t>
            </a:r>
            <a:endParaRPr dirty="0"/>
          </a:p>
          <a:p>
            <a:pPr marL="457200" lvl="0" indent="-298450" algn="l" rtl="0">
              <a:spcBef>
                <a:spcPts val="0"/>
              </a:spcBef>
              <a:spcAft>
                <a:spcPts val="0"/>
              </a:spcAft>
              <a:buSzPts val="1100"/>
              <a:buChar char="●"/>
            </a:pPr>
            <a:r>
              <a:rPr lang="en" dirty="0"/>
              <a:t>Bola</a:t>
            </a:r>
            <a:r>
              <a:rPr lang="en" baseline="0" dirty="0"/>
              <a:t> haqidagi ma’lumotlar, masalan, uning ismi, nimaniyoqtirishi kabi, ota-onasi bilmagan holda tarqalishi mumkin</a:t>
            </a:r>
            <a:r>
              <a:rPr lang="en" dirty="0"/>
              <a:t>.</a:t>
            </a:r>
            <a:endParaRPr sz="1500" dirty="0">
              <a:solidFill>
                <a:schemeClr val="dk1"/>
              </a:solidFill>
              <a:latin typeface="Rubik"/>
              <a:ea typeface="Rubik"/>
              <a:cs typeface="Rubik"/>
              <a:sym typeface="Rubik"/>
            </a:endParaRPr>
          </a:p>
          <a:p>
            <a:pPr marL="0" lvl="0" indent="0" algn="l" rtl="0">
              <a:spcBef>
                <a:spcPts val="0"/>
              </a:spcBef>
              <a:spcAft>
                <a:spcPts val="0"/>
              </a:spcAft>
              <a:buNone/>
            </a:pPr>
            <a:endParaRPr sz="2000" dirty="0">
              <a:solidFill>
                <a:srgbClr val="595959"/>
              </a:solidFill>
            </a:endParaRPr>
          </a:p>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2d60a003f34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2d60a003f34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SI</a:t>
            </a:r>
            <a:r>
              <a:rPr lang="en" baseline="0" dirty="0"/>
              <a:t> fotosuratlar yordamida o’rgatilgan</a:t>
            </a:r>
            <a:r>
              <a:rPr lang="en" dirty="0"/>
              <a:t>, lekin</a:t>
            </a:r>
            <a:r>
              <a:rPr lang="en" baseline="0" dirty="0"/>
              <a:t> darslikda foydalaniladigan suratlar ochroq teriga ega odamlarning rasmi bo’lsa</a:t>
            </a:r>
            <a:r>
              <a:rPr lang="en" dirty="0"/>
              <a:t>, SI to’qroq rangli teriga ega odamlar rasmini tyanimasligi mumkin.</a:t>
            </a:r>
            <a:endParaRPr sz="1500" dirty="0">
              <a:solidFill>
                <a:schemeClr val="dk1"/>
              </a:solidFill>
              <a:latin typeface="Rubik"/>
              <a:ea typeface="Rubik"/>
              <a:cs typeface="Rubik"/>
              <a:sym typeface="Rubik"/>
            </a:endParaRPr>
          </a:p>
          <a:p>
            <a:pPr marL="0" lvl="0" indent="0" algn="l" rtl="0">
              <a:spcBef>
                <a:spcPts val="1200"/>
              </a:spcBef>
              <a:spcAft>
                <a:spcPts val="0"/>
              </a:spcAft>
              <a:buNone/>
            </a:pPr>
            <a:endParaRPr sz="2000" dirty="0">
              <a:solidFill>
                <a:srgbClr val="595959"/>
              </a:solidFill>
            </a:endParaRPr>
          </a:p>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2d60a003f34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2d60a003f34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lnSpc>
                <a:spcPct val="115000"/>
              </a:lnSpc>
              <a:spcBef>
                <a:spcPts val="1200"/>
              </a:spcBef>
              <a:spcAft>
                <a:spcPts val="0"/>
              </a:spcAft>
              <a:buClr>
                <a:schemeClr val="dk1"/>
              </a:buClr>
              <a:buSzPts val="1100"/>
              <a:buAutoNum type="arabicPeriod"/>
            </a:pPr>
            <a:r>
              <a:rPr lang="en" b="1" dirty="0">
                <a:solidFill>
                  <a:schemeClr val="dk1"/>
                </a:solidFill>
              </a:rPr>
              <a:t>Adolat</a:t>
            </a:r>
            <a:r>
              <a:rPr lang="en" dirty="0">
                <a:solidFill>
                  <a:schemeClr val="dk1"/>
                </a:solidFill>
              </a:rPr>
              <a:t>: Boshqa</a:t>
            </a:r>
            <a:r>
              <a:rPr lang="en" baseline="0" dirty="0">
                <a:solidFill>
                  <a:schemeClr val="dk1"/>
                </a:solidFill>
              </a:rPr>
              <a:t> o’quvchilar tadiq qilib, tanqidiy fikrlash orqali insho yozadilar</a:t>
            </a:r>
            <a:r>
              <a:rPr lang="en" dirty="0">
                <a:solidFill>
                  <a:schemeClr val="dk1"/>
                </a:solidFill>
              </a:rPr>
              <a:t>. S</a:t>
            </a:r>
            <a:r>
              <a:rPr lang="en-US" dirty="0" err="1">
                <a:solidFill>
                  <a:schemeClr val="dk1"/>
                </a:solidFill>
              </a:rPr>
              <a:t>i</a:t>
            </a:r>
            <a:r>
              <a:rPr lang="en" dirty="0">
                <a:solidFill>
                  <a:schemeClr val="dk1"/>
                </a:solidFill>
              </a:rPr>
              <a:t>dan</a:t>
            </a:r>
            <a:r>
              <a:rPr lang="en" baseline="0" dirty="0">
                <a:solidFill>
                  <a:schemeClr val="dk1"/>
                </a:solidFill>
              </a:rPr>
              <a:t> muallifni ko’rsatmasdan foydalanish adolatsiz munosabatga olib keladi</a:t>
            </a:r>
            <a:r>
              <a:rPr lang="en" dirty="0">
                <a:solidFill>
                  <a:schemeClr val="dk1"/>
                </a:solidFill>
              </a:rPr>
              <a:t>.</a:t>
            </a:r>
            <a:endParaRPr dirty="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b="1" dirty="0">
                <a:solidFill>
                  <a:schemeClr val="dk1"/>
                </a:solidFill>
              </a:rPr>
              <a:t>O’rganish</a:t>
            </a:r>
            <a:r>
              <a:rPr lang="en" dirty="0">
                <a:solidFill>
                  <a:schemeClr val="dk1"/>
                </a:solidFill>
              </a:rPr>
              <a:t>: O’quvchi tadqiqot, g’oyalarni tartibga solish va yozish kabi muhom ko’nikmalarni mashq qilish imkoniyatini qo’ldan boy beradi.</a:t>
            </a:r>
            <a:endParaRPr dirty="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b="1" dirty="0">
                <a:solidFill>
                  <a:schemeClr val="dk1"/>
                </a:solidFill>
              </a:rPr>
              <a:t>Halollik</a:t>
            </a:r>
            <a:r>
              <a:rPr lang="en" dirty="0">
                <a:solidFill>
                  <a:schemeClr val="dk1"/>
                </a:solidFill>
              </a:rPr>
              <a:t>: O’qituvchi g’oyalarni o’quvchilarga tegishli deb taxmin qilishi mumkin, bu esa noto’g’ri.</a:t>
            </a:r>
            <a:endParaRPr dirty="0">
              <a:solidFill>
                <a:schemeClr val="dk1"/>
              </a:solidFill>
            </a:endParaRPr>
          </a:p>
          <a:p>
            <a:pPr marL="0" lvl="0" indent="0" algn="l" rtl="0">
              <a:lnSpc>
                <a:spcPct val="115000"/>
              </a:lnSpc>
              <a:spcBef>
                <a:spcPts val="1200"/>
              </a:spcBef>
              <a:spcAft>
                <a:spcPts val="0"/>
              </a:spcAft>
              <a:buNone/>
            </a:pPr>
            <a:endParaRPr sz="1500" dirty="0">
              <a:solidFill>
                <a:schemeClr val="dk1"/>
              </a:solidFill>
              <a:latin typeface="Rubik"/>
              <a:ea typeface="Rubik"/>
              <a:cs typeface="Rubik"/>
              <a:sym typeface="Rubik"/>
            </a:endParaRPr>
          </a:p>
          <a:p>
            <a:pPr marL="0" lvl="0" indent="0" algn="l" rtl="0">
              <a:spcBef>
                <a:spcPts val="1200"/>
              </a:spcBef>
              <a:spcAft>
                <a:spcPts val="0"/>
              </a:spcAft>
              <a:buNone/>
            </a:pPr>
            <a:endParaRPr sz="2000" dirty="0">
              <a:solidFill>
                <a:srgbClr val="595959"/>
              </a:solidFill>
            </a:endParaRPr>
          </a:p>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d60a003f34_0_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2d60a003f34_0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2d60a003f34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2d60a003f34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Source: https://www.unesco.org/en/legal-affairs/recommendation-ethics-artificial-intelligence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2d60a003f34_0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2d60a003f34_0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Source: https://www.unesco.org/en/legal-affairs/recommendation-ethics-artificial-intelligence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2d5e870ec20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2d5e870ec20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85775" y="193834"/>
            <a:ext cx="7886700" cy="994172"/>
          </a:xfrm>
        </p:spPr>
        <p:txBody>
          <a:bodyPr anchor="ctr" anchorCtr="0">
            <a:normAutofit/>
          </a:bodyPr>
          <a:lstStyle>
            <a:lvl1pPr>
              <a:defRPr sz="3300" b="1">
                <a:effectLst/>
                <a:latin typeface="Calibri Light" panose="020F0302020204030204" pitchFamily="34" charset="0"/>
              </a:defRPr>
            </a:lvl1pPr>
          </a:lstStyle>
          <a:p>
            <a:r>
              <a:rPr lang="en-US" dirty="0"/>
              <a:t>Click to edit Master title style</a:t>
            </a:r>
          </a:p>
        </p:txBody>
      </p:sp>
      <p:sp>
        <p:nvSpPr>
          <p:cNvPr id="3" name="Content Placeholder 2"/>
          <p:cNvSpPr>
            <a:spLocks noGrp="1"/>
          </p:cNvSpPr>
          <p:nvPr>
            <p:ph idx="1"/>
          </p:nvPr>
        </p:nvSpPr>
        <p:spPr>
          <a:xfrm>
            <a:off x="485775" y="1369219"/>
            <a:ext cx="7886700" cy="3263504"/>
          </a:xfrm>
        </p:spPr>
        <p:txBody>
          <a:bodyPr>
            <a:normAutofit/>
          </a:bodyPr>
          <a:lstStyle>
            <a:lvl1pPr>
              <a:defRPr sz="2100">
                <a:solidFill>
                  <a:schemeClr val="tx1">
                    <a:lumMod val="75000"/>
                    <a:lumOff val="25000"/>
                  </a:schemeClr>
                </a:solidFill>
                <a:latin typeface="Calibri Light" panose="020F0302020204030204" pitchFamily="34" charset="0"/>
                <a:cs typeface="Calibri Light" panose="020F0302020204030204" pitchFamily="34" charset="0"/>
              </a:defRPr>
            </a:lvl1pPr>
            <a:lvl2pPr>
              <a:defRPr sz="1800">
                <a:solidFill>
                  <a:schemeClr val="tx1">
                    <a:lumMod val="75000"/>
                    <a:lumOff val="25000"/>
                  </a:schemeClr>
                </a:solidFill>
                <a:latin typeface="Calibri Light" panose="020F0302020204030204" pitchFamily="34" charset="0"/>
                <a:cs typeface="Calibri Light" panose="020F0302020204030204" pitchFamily="34" charset="0"/>
              </a:defRPr>
            </a:lvl2pPr>
            <a:lvl3pPr>
              <a:defRPr sz="1500">
                <a:solidFill>
                  <a:schemeClr val="tx1">
                    <a:lumMod val="75000"/>
                    <a:lumOff val="25000"/>
                  </a:schemeClr>
                </a:solidFill>
                <a:latin typeface="Calibri Light" panose="020F0302020204030204" pitchFamily="34" charset="0"/>
                <a:cs typeface="Calibri Light" panose="020F0302020204030204" pitchFamily="34" charset="0"/>
              </a:defRPr>
            </a:lvl3pPr>
            <a:lvl4pPr>
              <a:defRPr sz="1350">
                <a:solidFill>
                  <a:schemeClr val="tx1">
                    <a:lumMod val="75000"/>
                    <a:lumOff val="25000"/>
                  </a:schemeClr>
                </a:solidFill>
                <a:latin typeface="Calibri Light" panose="020F0302020204030204" pitchFamily="34" charset="0"/>
                <a:cs typeface="Calibri Light" panose="020F0302020204030204" pitchFamily="34" charset="0"/>
              </a:defRPr>
            </a:lvl4pPr>
            <a:lvl5pPr>
              <a:defRPr sz="1350">
                <a:solidFill>
                  <a:schemeClr val="tx1">
                    <a:lumMod val="75000"/>
                    <a:lumOff val="25000"/>
                  </a:schemeClr>
                </a:solidFill>
                <a:latin typeface="Calibri Light" panose="020F0302020204030204" pitchFamily="34" charset="0"/>
                <a:cs typeface="Calibri Light" panose="020F0302020204030204" pitchFamily="34" charset="0"/>
              </a:defRPr>
            </a:lvl5pPr>
          </a:lstStyle>
          <a:p>
            <a:pPr lvl="0"/>
            <a:r>
              <a:rPr lang="en-US" dirty="0"/>
              <a:t>Click to edit Master text styles</a:t>
            </a:r>
          </a:p>
          <a:p>
            <a:pPr lvl="1"/>
            <a:r>
              <a:rPr lang="en-US" dirty="0"/>
              <a:t>Second level </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760FBDFE-C587-4B4C-A407-44438C67B59E}" type="datetimeFigureOut">
              <a:rPr lang="en-US" smtClean="0"/>
              <a:t>5/19/2025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a:t>
            </a:fld>
            <a:endParaRPr lang="en-US"/>
          </a:p>
        </p:txBody>
      </p:sp>
    </p:spTree>
    <p:extLst>
      <p:ext uri="{BB962C8B-B14F-4D97-AF65-F5344CB8AC3E}">
        <p14:creationId xmlns:p14="http://schemas.microsoft.com/office/powerpoint/2010/main" val="4140595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emf"/><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oleObject" Target="../embeddings/oleObject2.bin"/><Relationship Id="rId5" Type="http://schemas.openxmlformats.org/officeDocument/2006/relationships/image" Target="../media/image3.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image" Target="../media/image6.gif"/><Relationship Id="rId7" Type="http://schemas.openxmlformats.org/officeDocument/2006/relationships/oleObject" Target="../embeddings/oleObject2.bin"/><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image" Target="../media/image3.emf"/><Relationship Id="rId5" Type="http://schemas.openxmlformats.org/officeDocument/2006/relationships/oleObject" Target="../embeddings/oleObject1.bin"/><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emf"/><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oleObject" Target="../embeddings/oleObject1.bin"/><Relationship Id="rId5" Type="http://schemas.openxmlformats.org/officeDocument/2006/relationships/image" Target="../media/image4.emf"/><Relationship Id="rId4"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image" Target="../media/image2.png"/><Relationship Id="rId7" Type="http://schemas.openxmlformats.org/officeDocument/2006/relationships/oleObject" Target="../embeddings/oleObject1.bin"/><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image" Target="../media/image4.emf"/><Relationship Id="rId5" Type="http://schemas.openxmlformats.org/officeDocument/2006/relationships/oleObject" Target="../embeddings/oleObject2.bin"/><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image" Target="../media/image2.png"/><Relationship Id="rId7" Type="http://schemas.openxmlformats.org/officeDocument/2006/relationships/oleObject" Target="../embeddings/oleObject4.bin"/><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image" Target="../media/image4.emf"/><Relationship Id="rId5" Type="http://schemas.openxmlformats.org/officeDocument/2006/relationships/oleObject" Target="../embeddings/oleObject3.bin"/><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image" Target="../media/image6.gif"/><Relationship Id="rId7" Type="http://schemas.openxmlformats.org/officeDocument/2006/relationships/oleObject" Target="../embeddings/oleObject2.bin"/><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image" Target="../media/image3.emf"/><Relationship Id="rId5" Type="http://schemas.openxmlformats.org/officeDocument/2006/relationships/oleObject" Target="../embeddings/oleObject1.bin"/><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hyperlink" Target="http://www.youtube.com/watch?v=VqFqWIqOB1g" TargetMode="External"/><Relationship Id="rId7"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5.png"/><Relationship Id="rId10" Type="http://schemas.openxmlformats.org/officeDocument/2006/relationships/image" Target="../media/image4.emf"/><Relationship Id="rId4" Type="http://schemas.openxmlformats.org/officeDocument/2006/relationships/image" Target="../media/image8.jpg"/><Relationship Id="rId9"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image" Target="../media/image6.gif"/><Relationship Id="rId7" Type="http://schemas.openxmlformats.org/officeDocument/2006/relationships/oleObject" Target="../embeddings/oleObject2.bin"/><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image" Target="../media/image3.emf"/><Relationship Id="rId5" Type="http://schemas.openxmlformats.org/officeDocument/2006/relationships/oleObject" Target="../embeddings/oleObject1.bin"/><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image" Target="../media/image9.png"/><Relationship Id="rId7" Type="http://schemas.openxmlformats.org/officeDocument/2006/relationships/image" Target="../media/image3.emf"/><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oleObject" Target="../embeddings/oleObject1.bin"/><Relationship Id="rId5" Type="http://schemas.openxmlformats.org/officeDocument/2006/relationships/image" Target="../media/image2.png"/><Relationship Id="rId4" Type="http://schemas.openxmlformats.org/officeDocument/2006/relationships/image" Target="../media/image5.png"/><Relationship Id="rId9" Type="http://schemas.openxmlformats.org/officeDocument/2006/relationships/image" Target="../media/image4.emf"/></Relationships>
</file>

<file path=ppt/slides/_rels/slide10.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image" Target="../media/image5.png"/><Relationship Id="rId7" Type="http://schemas.openxmlformats.org/officeDocument/2006/relationships/oleObject" Target="../embeddings/oleObject2.bin"/><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3.emf"/><Relationship Id="rId5" Type="http://schemas.openxmlformats.org/officeDocument/2006/relationships/oleObject" Target="../embeddings/oleObject1.bin"/><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image" Target="../media/image10.png"/><Relationship Id="rId7"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5.png"/><Relationship Id="rId10" Type="http://schemas.openxmlformats.org/officeDocument/2006/relationships/image" Target="../media/image4.emf"/><Relationship Id="rId4" Type="http://schemas.openxmlformats.org/officeDocument/2006/relationships/image" Target="../media/image11.jpg"/><Relationship Id="rId9"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image" Target="../media/image10.png"/><Relationship Id="rId7" Type="http://schemas.openxmlformats.org/officeDocument/2006/relationships/oleObject" Target="../embeddings/oleObject1.bin"/><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5.png"/><Relationship Id="rId10" Type="http://schemas.openxmlformats.org/officeDocument/2006/relationships/image" Target="../media/image4.emf"/><Relationship Id="rId4" Type="http://schemas.openxmlformats.org/officeDocument/2006/relationships/image" Target="../media/image12.jpg"/><Relationship Id="rId9" Type="http://schemas.openxmlformats.org/officeDocument/2006/relationships/oleObject" Target="../embeddings/oleObject2.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image" Target="../media/image10.png"/><Relationship Id="rId7" Type="http://schemas.openxmlformats.org/officeDocument/2006/relationships/image" Target="../media/image3.emf"/><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oleObject" Target="../embeddings/oleObject1.bin"/><Relationship Id="rId5" Type="http://schemas.openxmlformats.org/officeDocument/2006/relationships/image" Target="../media/image2.png"/><Relationship Id="rId4" Type="http://schemas.openxmlformats.org/officeDocument/2006/relationships/image" Target="../media/image5.png"/><Relationship Id="rId9" Type="http://schemas.openxmlformats.org/officeDocument/2006/relationships/image" Target="../media/image4.emf"/></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image" Target="../media/image10.png"/><Relationship Id="rId7" Type="http://schemas.openxmlformats.org/officeDocument/2006/relationships/image" Target="../media/image3.emf"/><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oleObject" Target="../embeddings/oleObject1.bin"/><Relationship Id="rId5" Type="http://schemas.openxmlformats.org/officeDocument/2006/relationships/image" Target="../media/image2.png"/><Relationship Id="rId10" Type="http://schemas.openxmlformats.org/officeDocument/2006/relationships/image" Target="../media/image13.jpg"/><Relationship Id="rId4" Type="http://schemas.openxmlformats.org/officeDocument/2006/relationships/image" Target="../media/image5.png"/><Relationship Id="rId9" Type="http://schemas.openxmlformats.org/officeDocument/2006/relationships/image" Target="../media/image4.emf"/></Relationships>
</file>

<file path=ppt/slides/_rels/slide15.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image" Target="../media/image6.gif"/><Relationship Id="rId7" Type="http://schemas.openxmlformats.org/officeDocument/2006/relationships/oleObject" Target="../embeddings/oleObject2.bin"/><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image" Target="../media/image3.emf"/><Relationship Id="rId5" Type="http://schemas.openxmlformats.org/officeDocument/2006/relationships/oleObject" Target="../embeddings/oleObject1.bin"/><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hyperlink" Target="https://commission.europa.eu/strategy-and-policy/priorities-2019-2024/europe-fit-digital-age/excellence-and-trust-artificial-intelligence_en" TargetMode="External"/><Relationship Id="rId7"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4.emf"/><Relationship Id="rId5" Type="http://schemas.openxmlformats.org/officeDocument/2006/relationships/image" Target="../media/image15.gif"/><Relationship Id="rId10" Type="http://schemas.openxmlformats.org/officeDocument/2006/relationships/oleObject" Target="../embeddings/oleObject2.bin"/><Relationship Id="rId4" Type="http://schemas.openxmlformats.org/officeDocument/2006/relationships/image" Target="../media/image14.png"/><Relationship Id="rId9" Type="http://schemas.openxmlformats.org/officeDocument/2006/relationships/image" Target="../media/image3.emf"/></Relationships>
</file>

<file path=ppt/slides/_rels/slide17.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image" Target="../media/image5.png"/><Relationship Id="rId7" Type="http://schemas.openxmlformats.org/officeDocument/2006/relationships/oleObject" Target="../embeddings/oleObject2.bin"/><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emf"/><Relationship Id="rId5" Type="http://schemas.openxmlformats.org/officeDocument/2006/relationships/oleObject" Target="../embeddings/oleObject1.bin"/><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image" Target="../media/image5.png"/><Relationship Id="rId7" Type="http://schemas.openxmlformats.org/officeDocument/2006/relationships/oleObject" Target="../embeddings/oleObject2.bin"/><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emf"/><Relationship Id="rId5" Type="http://schemas.openxmlformats.org/officeDocument/2006/relationships/oleObject" Target="../embeddings/oleObject1.bin"/><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image" Target="../media/image6.gif"/><Relationship Id="rId7" Type="http://schemas.openxmlformats.org/officeDocument/2006/relationships/oleObject" Target="../embeddings/oleObject2.bin"/><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image" Target="../media/image3.emf"/><Relationship Id="rId5" Type="http://schemas.openxmlformats.org/officeDocument/2006/relationships/oleObject" Target="../embeddings/oleObject1.bin"/><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image" Target="../media/image5.png"/><Relationship Id="rId7" Type="http://schemas.openxmlformats.org/officeDocument/2006/relationships/oleObject" Target="../embeddings/oleObject2.bin"/><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emf"/><Relationship Id="rId5" Type="http://schemas.openxmlformats.org/officeDocument/2006/relationships/oleObject" Target="../embeddings/oleObject1.bin"/><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en-US" altLang="ru-RU"/>
              <a:t> </a:t>
            </a:r>
          </a:p>
        </p:txBody>
      </p:sp>
      <p:sp>
        <p:nvSpPr>
          <p:cNvPr id="3" name="Подзаголовок 2"/>
          <p:cNvSpPr>
            <a:spLocks noGrp="1"/>
          </p:cNvSpPr>
          <p:nvPr>
            <p:ph type="subTitle" idx="1"/>
          </p:nvPr>
        </p:nvSpPr>
        <p:spPr/>
        <p:txBody>
          <a:bodyPr/>
          <a:lstStyle/>
          <a:p>
            <a:r>
              <a:rPr lang="en-US" altLang="ru-RU"/>
              <a:t> </a:t>
            </a:r>
          </a:p>
        </p:txBody>
      </p:sp>
      <p:pic>
        <p:nvPicPr>
          <p:cNvPr id="5" name="Picture 4" descr="A logo on a black background&#10;&#10;Description automatically generated">
            <a:extLst>
              <a:ext uri="{FF2B5EF4-FFF2-40B4-BE49-F238E27FC236}">
                <a16:creationId xmlns:a16="http://schemas.microsoft.com/office/drawing/2014/main" id="{F4E303D0-23D9-A427-6EEE-B1C162D58587}"/>
              </a:ext>
            </a:extLst>
          </p:cNvPr>
          <p:cNvPicPr>
            <a:picLocks noChangeAspect="1"/>
          </p:cNvPicPr>
          <p:nvPr/>
        </p:nvPicPr>
        <p:blipFill>
          <a:blip r:embed="rId2">
            <a:extLst>
              <a:ext uri="{28A0092B-C50C-407E-A947-70E740481C1C}">
                <a14:useLocalDpi xmlns:a14="http://schemas.microsoft.com/office/drawing/2010/main" val="0"/>
              </a:ext>
            </a:extLst>
          </a:blip>
          <a:srcRect l="17966" t="41761" r="13807" b="41509"/>
          <a:stretch/>
        </p:blipFill>
        <p:spPr>
          <a:xfrm>
            <a:off x="2039748" y="1812347"/>
            <a:ext cx="5064505" cy="1241821"/>
          </a:xfrm>
          <a:prstGeom prst="rect">
            <a:avLst/>
          </a:prstGeom>
        </p:spPr>
      </p:pic>
      <p:pic>
        <p:nvPicPr>
          <p:cNvPr id="4" name="Picture 3" descr="A yellow star on a black background&#10;&#10;Description automatically generated">
            <a:extLst>
              <a:ext uri="{FF2B5EF4-FFF2-40B4-BE49-F238E27FC236}">
                <a16:creationId xmlns:a16="http://schemas.microsoft.com/office/drawing/2014/main" id="{2E00393A-FDF1-3BFE-0B41-F1BFB7FAD471}"/>
              </a:ext>
            </a:extLst>
          </p:cNvPr>
          <p:cNvPicPr>
            <a:picLocks noChangeAspect="1"/>
          </p:cNvPicPr>
          <p:nvPr/>
        </p:nvPicPr>
        <p:blipFill>
          <a:blip r:embed="rId3"/>
          <a:stretch>
            <a:fillRect/>
          </a:stretch>
        </p:blipFill>
        <p:spPr>
          <a:xfrm>
            <a:off x="6655695" y="1002805"/>
            <a:ext cx="628654" cy="628654"/>
          </a:xfrm>
          <a:prstGeom prst="rect">
            <a:avLst/>
          </a:prstGeom>
        </p:spPr>
      </p:pic>
      <p:graphicFrame>
        <p:nvGraphicFramePr>
          <p:cNvPr id="6" name="Объект 7">
            <a:extLst>
              <a:ext uri="{FF2B5EF4-FFF2-40B4-BE49-F238E27FC236}">
                <a16:creationId xmlns:a16="http://schemas.microsoft.com/office/drawing/2014/main" id="{02B72AAC-6809-3B9F-6C41-3D3A929B3714}"/>
              </a:ext>
            </a:extLst>
          </p:cNvPr>
          <p:cNvGraphicFramePr/>
          <p:nvPr>
            <p:extLst>
              <p:ext uri="{D42A27DB-BD31-4B8C-83A1-F6EECF244321}">
                <p14:modId xmlns:p14="http://schemas.microsoft.com/office/powerpoint/2010/main" val="2187669499"/>
              </p:ext>
            </p:extLst>
          </p:nvPr>
        </p:nvGraphicFramePr>
        <p:xfrm>
          <a:off x="1703645" y="1180325"/>
          <a:ext cx="436245" cy="590550"/>
        </p:xfrm>
        <a:graphic>
          <a:graphicData uri="http://schemas.openxmlformats.org/presentationml/2006/ole">
            <mc:AlternateContent xmlns:mc="http://schemas.openxmlformats.org/markup-compatibility/2006">
              <mc:Choice xmlns:v="urn:schemas-microsoft-com:vml" Requires="v">
                <p:oleObj r:id="rId4" imgW="469900" imgH="624840" progId="CorelDraw.Graphic.25">
                  <p:embed/>
                </p:oleObj>
              </mc:Choice>
              <mc:Fallback>
                <p:oleObj r:id="rId4" imgW="469900" imgH="624840" progId="CorelDraw.Graphic.25">
                  <p:embed/>
                  <p:pic>
                    <p:nvPicPr>
                      <p:cNvPr id="8" name="Объект 7"/>
                      <p:cNvPicPr/>
                      <p:nvPr/>
                    </p:nvPicPr>
                    <p:blipFill>
                      <a:blip r:embed="rId5"/>
                      <a:stretch>
                        <a:fillRect/>
                      </a:stretch>
                    </p:blipFill>
                    <p:spPr>
                      <a:xfrm>
                        <a:off x="1703645" y="1180325"/>
                        <a:ext cx="436245" cy="590550"/>
                      </a:xfrm>
                      <a:prstGeom prst="rect">
                        <a:avLst/>
                      </a:prstGeom>
                    </p:spPr>
                  </p:pic>
                </p:oleObj>
              </mc:Fallback>
            </mc:AlternateContent>
          </a:graphicData>
        </a:graphic>
      </p:graphicFrame>
      <p:graphicFrame>
        <p:nvGraphicFramePr>
          <p:cNvPr id="9" name="Объект 13">
            <a:extLst>
              <a:ext uri="{FF2B5EF4-FFF2-40B4-BE49-F238E27FC236}">
                <a16:creationId xmlns:a16="http://schemas.microsoft.com/office/drawing/2014/main" id="{3BEF1033-9B93-257E-CA38-880C61D76A58}"/>
              </a:ext>
            </a:extLst>
          </p:cNvPr>
          <p:cNvGraphicFramePr/>
          <p:nvPr>
            <p:extLst>
              <p:ext uri="{D42A27DB-BD31-4B8C-83A1-F6EECF244321}">
                <p14:modId xmlns:p14="http://schemas.microsoft.com/office/powerpoint/2010/main" val="2692756713"/>
              </p:ext>
            </p:extLst>
          </p:nvPr>
        </p:nvGraphicFramePr>
        <p:xfrm>
          <a:off x="2086331" y="3663675"/>
          <a:ext cx="639445" cy="599440"/>
        </p:xfrm>
        <a:graphic>
          <a:graphicData uri="http://schemas.openxmlformats.org/presentationml/2006/ole">
            <mc:AlternateContent xmlns:mc="http://schemas.openxmlformats.org/markup-compatibility/2006">
              <mc:Choice xmlns:v="urn:schemas-microsoft-com:vml" Requires="v">
                <p:oleObj r:id="rId6" imgW="663575" imgH="618490" progId="CorelDraw.Graphic.25">
                  <p:embed/>
                </p:oleObj>
              </mc:Choice>
              <mc:Fallback>
                <p:oleObj r:id="rId6" imgW="663575" imgH="618490" progId="CorelDraw.Graphic.25">
                  <p:embed/>
                  <p:pic>
                    <p:nvPicPr>
                      <p:cNvPr id="14" name="Объект 13"/>
                      <p:cNvPicPr/>
                      <p:nvPr/>
                    </p:nvPicPr>
                    <p:blipFill>
                      <a:blip r:embed="rId7"/>
                      <a:stretch>
                        <a:fillRect/>
                      </a:stretch>
                    </p:blipFill>
                    <p:spPr>
                      <a:xfrm>
                        <a:off x="2086331" y="3663675"/>
                        <a:ext cx="639445" cy="599440"/>
                      </a:xfrm>
                      <a:prstGeom prst="rect">
                        <a:avLst/>
                      </a:prstGeom>
                    </p:spPr>
                  </p:pic>
                </p:oleObj>
              </mc:Fallback>
            </mc:AlternateContent>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altLang="ru-RU"/>
              <a:t> </a:t>
            </a:r>
          </a:p>
        </p:txBody>
      </p:sp>
      <p:sp>
        <p:nvSpPr>
          <p:cNvPr id="3" name="Замещающее содержимое 2"/>
          <p:cNvSpPr>
            <a:spLocks noGrp="1"/>
          </p:cNvSpPr>
          <p:nvPr>
            <p:ph idx="1"/>
          </p:nvPr>
        </p:nvSpPr>
        <p:spPr>
          <a:xfrm>
            <a:off x="1563260" y="1274567"/>
            <a:ext cx="6017480" cy="1292430"/>
          </a:xfrm>
        </p:spPr>
        <p:txBody>
          <a:bodyPr>
            <a:noAutofit/>
          </a:bodyPr>
          <a:lstStyle/>
          <a:p>
            <a:pPr marL="114300" indent="0" algn="ctr">
              <a:buNone/>
            </a:pPr>
            <a:r>
              <a:rPr lang="en-US" sz="3600" b="1" dirty="0" err="1">
                <a:solidFill>
                  <a:srgbClr val="00B0F0"/>
                </a:solidFill>
                <a:latin typeface="Host Grotesk" panose="020B0504030402000203" pitchFamily="34" charset="0"/>
                <a:ea typeface="Bitter"/>
                <a:cs typeface="Bitter"/>
                <a:sym typeface="Bitter"/>
              </a:rPr>
              <a:t>Sunʼiy</a:t>
            </a:r>
            <a:r>
              <a:rPr lang="en-US" sz="3600" b="1" dirty="0">
                <a:solidFill>
                  <a:srgbClr val="00B0F0"/>
                </a:solidFill>
                <a:latin typeface="Host Grotesk" panose="020B0504030402000203" pitchFamily="34" charset="0"/>
                <a:ea typeface="Bitter"/>
                <a:cs typeface="Bitter"/>
                <a:sym typeface="Bitter"/>
              </a:rPr>
              <a:t> </a:t>
            </a:r>
            <a:r>
              <a:rPr lang="en-US" sz="3600" b="1" dirty="0" err="1">
                <a:solidFill>
                  <a:srgbClr val="00B0F0"/>
                </a:solidFill>
                <a:latin typeface="Host Grotesk" panose="020B0504030402000203" pitchFamily="34" charset="0"/>
                <a:ea typeface="Bitter"/>
                <a:cs typeface="Bitter"/>
                <a:sym typeface="Bitter"/>
              </a:rPr>
              <a:t>idrokdan</a:t>
            </a:r>
            <a:r>
              <a:rPr lang="en-US" sz="3600" b="1" dirty="0">
                <a:solidFill>
                  <a:srgbClr val="00B0F0"/>
                </a:solidFill>
                <a:latin typeface="Host Grotesk" panose="020B0504030402000203" pitchFamily="34" charset="0"/>
                <a:ea typeface="Bitter"/>
                <a:cs typeface="Bitter"/>
                <a:sym typeface="Bitter"/>
              </a:rPr>
              <a:t> </a:t>
            </a:r>
            <a:r>
              <a:rPr lang="en-US" sz="3600" b="1" dirty="0" err="1">
                <a:solidFill>
                  <a:srgbClr val="00B0F0"/>
                </a:solidFill>
                <a:latin typeface="Host Grotesk" panose="020B0504030402000203" pitchFamily="34" charset="0"/>
                <a:ea typeface="Bitter"/>
                <a:cs typeface="Bitter"/>
                <a:sym typeface="Bitter"/>
              </a:rPr>
              <a:t>axloqiy</a:t>
            </a:r>
            <a:r>
              <a:rPr lang="en-US" sz="3600" b="1" dirty="0">
                <a:solidFill>
                  <a:srgbClr val="00B0F0"/>
                </a:solidFill>
                <a:latin typeface="Host Grotesk" panose="020B0504030402000203" pitchFamily="34" charset="0"/>
                <a:ea typeface="Bitter"/>
                <a:cs typeface="Bitter"/>
                <a:sym typeface="Bitter"/>
              </a:rPr>
              <a:t> </a:t>
            </a:r>
          </a:p>
          <a:p>
            <a:pPr marL="114300" indent="0" algn="ctr">
              <a:buNone/>
            </a:pPr>
            <a:r>
              <a:rPr lang="en-US" sz="3600" b="1" dirty="0" err="1">
                <a:solidFill>
                  <a:srgbClr val="00B0F0"/>
                </a:solidFill>
                <a:latin typeface="Host Grotesk" panose="020B0504030402000203" pitchFamily="34" charset="0"/>
                <a:ea typeface="Bitter"/>
                <a:cs typeface="Bitter"/>
                <a:sym typeface="Bitter"/>
              </a:rPr>
              <a:t>foydalanishni</a:t>
            </a:r>
            <a:r>
              <a:rPr lang="en-US" sz="3600" b="1" dirty="0">
                <a:solidFill>
                  <a:srgbClr val="00B0F0"/>
                </a:solidFill>
                <a:latin typeface="Host Grotesk" panose="020B0504030402000203" pitchFamily="34" charset="0"/>
                <a:ea typeface="Bitter"/>
                <a:cs typeface="Bitter"/>
                <a:sym typeface="Bitter"/>
              </a:rPr>
              <a:t> </a:t>
            </a:r>
            <a:r>
              <a:rPr lang="en-US" sz="3600" b="1" dirty="0" err="1">
                <a:solidFill>
                  <a:srgbClr val="00B0F0"/>
                </a:solidFill>
                <a:latin typeface="Host Grotesk" panose="020B0504030402000203" pitchFamily="34" charset="0"/>
                <a:ea typeface="Bitter"/>
                <a:cs typeface="Bitter"/>
                <a:sym typeface="Bitter"/>
              </a:rPr>
              <a:t>oʻrganish</a:t>
            </a:r>
            <a:endParaRPr lang="en-GB" altLang="en-US" sz="3600" b="1" dirty="0">
              <a:solidFill>
                <a:srgbClr val="00B0F0"/>
              </a:solidFill>
              <a:latin typeface="Host Grotesk" panose="020B0504030402000203" pitchFamily="34" charset="0"/>
              <a:ea typeface="Bitter SemiBold"/>
              <a:cs typeface="DynaPuff SemiBold" charset="0"/>
              <a:sym typeface="Bitter SemiBold"/>
            </a:endParaRPr>
          </a:p>
        </p:txBody>
      </p:sp>
      <p:sp>
        <p:nvSpPr>
          <p:cNvPr id="4" name="Текстовое поле 16"/>
          <p:cNvSpPr txBox="1"/>
          <p:nvPr/>
        </p:nvSpPr>
        <p:spPr>
          <a:xfrm>
            <a:off x="5865841" y="2720344"/>
            <a:ext cx="2148221" cy="326243"/>
          </a:xfrm>
          <a:prstGeom prst="rect">
            <a:avLst/>
          </a:prstGeom>
          <a:noFill/>
        </p:spPr>
        <p:txBody>
          <a:bodyPr wrap="square" rtlCol="0">
            <a:spAutoFit/>
          </a:bodyPr>
          <a:lstStyle/>
          <a:p>
            <a:pPr marL="0" lvl="0" indent="0" algn="l" rtl="0">
              <a:lnSpc>
                <a:spcPct val="95000"/>
              </a:lnSpc>
              <a:spcBef>
                <a:spcPts val="0"/>
              </a:spcBef>
              <a:spcAft>
                <a:spcPts val="0"/>
              </a:spcAft>
              <a:buClr>
                <a:schemeClr val="dk1"/>
              </a:buClr>
              <a:buSzPts val="852"/>
              <a:buFont typeface="Arial"/>
              <a:buNone/>
            </a:pPr>
            <a:r>
              <a:rPr lang="en-US" sz="1600" b="1" dirty="0">
                <a:solidFill>
                  <a:schemeClr val="tx1"/>
                </a:solidFill>
                <a:latin typeface="Host Grotesk" panose="020B0504030402000203" pitchFamily="34" charset="0"/>
                <a:ea typeface="Bitter"/>
                <a:cs typeface="Bitter"/>
                <a:sym typeface="Bitter"/>
              </a:rPr>
              <a:t>10 -18 </a:t>
            </a:r>
            <a:r>
              <a:rPr lang="en-US" sz="1600" b="1" dirty="0" err="1">
                <a:solidFill>
                  <a:schemeClr val="tx1"/>
                </a:solidFill>
                <a:latin typeface="Host Grotesk" panose="020B0504030402000203" pitchFamily="34" charset="0"/>
                <a:ea typeface="Bitter"/>
                <a:cs typeface="Bitter"/>
                <a:sym typeface="Bitter"/>
              </a:rPr>
              <a:t>yosh</a:t>
            </a:r>
            <a:r>
              <a:rPr lang="en-US" sz="1600" b="1" dirty="0">
                <a:solidFill>
                  <a:schemeClr val="tx1"/>
                </a:solidFill>
                <a:latin typeface="Host Grotesk" panose="020B0504030402000203" pitchFamily="34" charset="0"/>
                <a:ea typeface="Bitter"/>
                <a:cs typeface="Bitter"/>
                <a:sym typeface="Bitter"/>
              </a:rPr>
              <a:t> </a:t>
            </a:r>
            <a:r>
              <a:rPr lang="en-US" sz="1600" b="1" dirty="0" err="1">
                <a:solidFill>
                  <a:schemeClr val="tx1"/>
                </a:solidFill>
                <a:latin typeface="Host Grotesk" panose="020B0504030402000203" pitchFamily="34" charset="0"/>
                <a:ea typeface="Bitter"/>
                <a:cs typeface="Bitter"/>
                <a:sym typeface="Bitter"/>
              </a:rPr>
              <a:t>toifasi</a:t>
            </a:r>
            <a:endParaRPr lang="en-US" sz="1600" b="1" dirty="0">
              <a:solidFill>
                <a:schemeClr val="tx1"/>
              </a:solidFill>
              <a:latin typeface="Host Grotesk" panose="020B0504030402000203" pitchFamily="34" charset="0"/>
              <a:ea typeface="Bitter"/>
              <a:cs typeface="Bitter"/>
              <a:sym typeface="Bitter"/>
            </a:endParaRPr>
          </a:p>
        </p:txBody>
      </p:sp>
      <p:pic>
        <p:nvPicPr>
          <p:cNvPr id="5" name="Picture 4" descr="A logo on a black background&#10;&#10;Description automatically generated">
            <a:extLst>
              <a:ext uri="{FF2B5EF4-FFF2-40B4-BE49-F238E27FC236}">
                <a16:creationId xmlns:a16="http://schemas.microsoft.com/office/drawing/2014/main" id="{BAE106D4-157A-C84A-46B9-0339A7A963DE}"/>
              </a:ext>
            </a:extLst>
          </p:cNvPr>
          <p:cNvPicPr>
            <a:picLocks noChangeAspect="1"/>
          </p:cNvPicPr>
          <p:nvPr/>
        </p:nvPicPr>
        <p:blipFill>
          <a:blip r:embed="rId2" cstate="print">
            <a:extLst>
              <a:ext uri="{28A0092B-C50C-407E-A947-70E740481C1C}">
                <a14:useLocalDpi xmlns:a14="http://schemas.microsoft.com/office/drawing/2010/main" val="0"/>
              </a:ext>
            </a:extLst>
          </a:blip>
          <a:srcRect l="17966" t="41761" r="13807" b="41509"/>
          <a:stretch/>
        </p:blipFill>
        <p:spPr>
          <a:xfrm>
            <a:off x="485775" y="434278"/>
            <a:ext cx="1441011" cy="353337"/>
          </a:xfrm>
          <a:prstGeom prst="rect">
            <a:avLst/>
          </a:prstGeom>
        </p:spPr>
      </p:pic>
      <p:sp>
        <p:nvSpPr>
          <p:cNvPr id="11" name="Прямоугольник 7"/>
          <p:cNvSpPr/>
          <p:nvPr/>
        </p:nvSpPr>
        <p:spPr>
          <a:xfrm>
            <a:off x="0" y="4578926"/>
            <a:ext cx="9144000" cy="564573"/>
          </a:xfrm>
          <a:prstGeom prst="rect">
            <a:avLst/>
          </a:prstGeom>
          <a:solidFill>
            <a:srgbClr val="4AC0F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ru-RU" altLang="en-US" sz="1800" b="1" dirty="0">
              <a:solidFill>
                <a:schemeClr val="bg1"/>
              </a:solidFill>
              <a:latin typeface="Century Gothic" panose="020B0502020202020204" pitchFamily="34" charset="0"/>
            </a:endParaRPr>
          </a:p>
        </p:txBody>
      </p:sp>
      <p:pic>
        <p:nvPicPr>
          <p:cNvPr id="8" name="Picture 7" descr="A sword and scales of justice&#10;&#10;Description automatically generated">
            <a:extLst>
              <a:ext uri="{FF2B5EF4-FFF2-40B4-BE49-F238E27FC236}">
                <a16:creationId xmlns:a16="http://schemas.microsoft.com/office/drawing/2014/main" id="{20757D15-8406-75FA-D505-935DF7990B37}"/>
              </a:ext>
            </a:extLst>
          </p:cNvPr>
          <p:cNvPicPr>
            <a:picLocks noChangeAspect="1"/>
          </p:cNvPicPr>
          <p:nvPr/>
        </p:nvPicPr>
        <p:blipFill>
          <a:blip r:embed="rId3"/>
          <a:stretch>
            <a:fillRect/>
          </a:stretch>
        </p:blipFill>
        <p:spPr>
          <a:xfrm>
            <a:off x="1176488" y="2653558"/>
            <a:ext cx="1500596" cy="1500596"/>
          </a:xfrm>
          <a:prstGeom prst="rect">
            <a:avLst/>
          </a:prstGeom>
        </p:spPr>
      </p:pic>
      <p:pic>
        <p:nvPicPr>
          <p:cNvPr id="9" name="Picture 8" descr="A yellow star on a black background&#10;&#10;Description automatically generated">
            <a:extLst>
              <a:ext uri="{FF2B5EF4-FFF2-40B4-BE49-F238E27FC236}">
                <a16:creationId xmlns:a16="http://schemas.microsoft.com/office/drawing/2014/main" id="{EA3CCFD4-FD09-39DB-B9B9-C553274B69A4}"/>
              </a:ext>
            </a:extLst>
          </p:cNvPr>
          <p:cNvPicPr>
            <a:picLocks noChangeAspect="1"/>
          </p:cNvPicPr>
          <p:nvPr/>
        </p:nvPicPr>
        <p:blipFill>
          <a:blip r:embed="rId4"/>
          <a:stretch>
            <a:fillRect/>
          </a:stretch>
        </p:blipFill>
        <p:spPr>
          <a:xfrm>
            <a:off x="1560302" y="49145"/>
            <a:ext cx="628654" cy="628654"/>
          </a:xfrm>
          <a:prstGeom prst="rect">
            <a:avLst/>
          </a:prstGeom>
        </p:spPr>
      </p:pic>
      <p:graphicFrame>
        <p:nvGraphicFramePr>
          <p:cNvPr id="14" name="Объект 7">
            <a:extLst>
              <a:ext uri="{FF2B5EF4-FFF2-40B4-BE49-F238E27FC236}">
                <a16:creationId xmlns:a16="http://schemas.microsoft.com/office/drawing/2014/main" id="{EA71442E-7379-D102-D9A2-4C5A459AB2B9}"/>
              </a:ext>
            </a:extLst>
          </p:cNvPr>
          <p:cNvGraphicFramePr/>
          <p:nvPr>
            <p:extLst>
              <p:ext uri="{D42A27DB-BD31-4B8C-83A1-F6EECF244321}">
                <p14:modId xmlns:p14="http://schemas.microsoft.com/office/powerpoint/2010/main" val="248158981"/>
              </p:ext>
            </p:extLst>
          </p:nvPr>
        </p:nvGraphicFramePr>
        <p:xfrm>
          <a:off x="1708663" y="2306956"/>
          <a:ext cx="436245" cy="590550"/>
        </p:xfrm>
        <a:graphic>
          <a:graphicData uri="http://schemas.openxmlformats.org/presentationml/2006/ole">
            <mc:AlternateContent xmlns:mc="http://schemas.openxmlformats.org/markup-compatibility/2006">
              <mc:Choice xmlns:v="urn:schemas-microsoft-com:vml" Requires="v">
                <p:oleObj r:id="rId5" imgW="469900" imgH="624840" progId="CorelDraw.Graphic.25">
                  <p:embed/>
                </p:oleObj>
              </mc:Choice>
              <mc:Fallback>
                <p:oleObj r:id="rId5" imgW="469900" imgH="624840" progId="CorelDraw.Graphic.25">
                  <p:embed/>
                  <p:pic>
                    <p:nvPicPr>
                      <p:cNvPr id="6" name="Объект 7">
                        <a:extLst>
                          <a:ext uri="{FF2B5EF4-FFF2-40B4-BE49-F238E27FC236}">
                            <a16:creationId xmlns:a16="http://schemas.microsoft.com/office/drawing/2014/main" id="{02B72AAC-6809-3B9F-6C41-3D3A929B3714}"/>
                          </a:ext>
                        </a:extLst>
                      </p:cNvPr>
                      <p:cNvPicPr/>
                      <p:nvPr/>
                    </p:nvPicPr>
                    <p:blipFill>
                      <a:blip r:embed="rId6"/>
                      <a:stretch>
                        <a:fillRect/>
                      </a:stretch>
                    </p:blipFill>
                    <p:spPr>
                      <a:xfrm>
                        <a:off x="1708663" y="2306956"/>
                        <a:ext cx="436245" cy="590550"/>
                      </a:xfrm>
                      <a:prstGeom prst="rect">
                        <a:avLst/>
                      </a:prstGeom>
                    </p:spPr>
                  </p:pic>
                </p:oleObj>
              </mc:Fallback>
            </mc:AlternateContent>
          </a:graphicData>
        </a:graphic>
      </p:graphicFrame>
      <p:graphicFrame>
        <p:nvGraphicFramePr>
          <p:cNvPr id="15" name="Объект 13">
            <a:extLst>
              <a:ext uri="{FF2B5EF4-FFF2-40B4-BE49-F238E27FC236}">
                <a16:creationId xmlns:a16="http://schemas.microsoft.com/office/drawing/2014/main" id="{1D41705B-2A2E-C5A1-3E8C-F70818E209C1}"/>
              </a:ext>
            </a:extLst>
          </p:cNvPr>
          <p:cNvGraphicFramePr/>
          <p:nvPr>
            <p:extLst>
              <p:ext uri="{D42A27DB-BD31-4B8C-83A1-F6EECF244321}">
                <p14:modId xmlns:p14="http://schemas.microsoft.com/office/powerpoint/2010/main" val="3703265342"/>
              </p:ext>
            </p:extLst>
          </p:nvPr>
        </p:nvGraphicFramePr>
        <p:xfrm>
          <a:off x="7328067" y="2120904"/>
          <a:ext cx="639445" cy="599440"/>
        </p:xfrm>
        <a:graphic>
          <a:graphicData uri="http://schemas.openxmlformats.org/presentationml/2006/ole">
            <mc:AlternateContent xmlns:mc="http://schemas.openxmlformats.org/markup-compatibility/2006">
              <mc:Choice xmlns:v="urn:schemas-microsoft-com:vml" Requires="v">
                <p:oleObj r:id="rId7" imgW="663575" imgH="618490" progId="CorelDraw.Graphic.25">
                  <p:embed/>
                </p:oleObj>
              </mc:Choice>
              <mc:Fallback>
                <p:oleObj r:id="rId7" imgW="663575" imgH="618490" progId="CorelDraw.Graphic.25">
                  <p:embed/>
                  <p:pic>
                    <p:nvPicPr>
                      <p:cNvPr id="9" name="Объект 13">
                        <a:extLst>
                          <a:ext uri="{FF2B5EF4-FFF2-40B4-BE49-F238E27FC236}">
                            <a16:creationId xmlns:a16="http://schemas.microsoft.com/office/drawing/2014/main" id="{3BEF1033-9B93-257E-CA38-880C61D76A58}"/>
                          </a:ext>
                        </a:extLst>
                      </p:cNvPr>
                      <p:cNvPicPr/>
                      <p:nvPr/>
                    </p:nvPicPr>
                    <p:blipFill>
                      <a:blip r:embed="rId8"/>
                      <a:stretch>
                        <a:fillRect/>
                      </a:stretch>
                    </p:blipFill>
                    <p:spPr>
                      <a:xfrm>
                        <a:off x="7328067" y="2120904"/>
                        <a:ext cx="639445" cy="599440"/>
                      </a:xfrm>
                      <a:prstGeom prst="rect">
                        <a:avLst/>
                      </a:prstGeom>
                    </p:spPr>
                  </p:pic>
                </p:oleObj>
              </mc:Fallback>
            </mc:AlternateContent>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logo on a black background&#10;&#10;Description automatically generated">
            <a:extLst>
              <a:ext uri="{FF2B5EF4-FFF2-40B4-BE49-F238E27FC236}">
                <a16:creationId xmlns:a16="http://schemas.microsoft.com/office/drawing/2014/main" id="{E9A232D3-60E7-81FB-903B-58BD7C583BE9}"/>
              </a:ext>
            </a:extLst>
          </p:cNvPr>
          <p:cNvPicPr>
            <a:picLocks noChangeAspect="1"/>
          </p:cNvPicPr>
          <p:nvPr/>
        </p:nvPicPr>
        <p:blipFill>
          <a:blip r:embed="rId2" cstate="print">
            <a:extLst>
              <a:ext uri="{28A0092B-C50C-407E-A947-70E740481C1C}">
                <a14:useLocalDpi xmlns:a14="http://schemas.microsoft.com/office/drawing/2010/main" val="0"/>
              </a:ext>
            </a:extLst>
          </a:blip>
          <a:srcRect l="17966" t="41761" r="13807" b="41509"/>
          <a:stretch/>
        </p:blipFill>
        <p:spPr>
          <a:xfrm>
            <a:off x="485775" y="434278"/>
            <a:ext cx="1441011" cy="353337"/>
          </a:xfrm>
          <a:prstGeom prst="rect">
            <a:avLst/>
          </a:prstGeom>
        </p:spPr>
      </p:pic>
      <p:pic>
        <p:nvPicPr>
          <p:cNvPr id="5" name="Picture 4" descr="A yellow star on a black background&#10;&#10;Description automatically generated">
            <a:extLst>
              <a:ext uri="{FF2B5EF4-FFF2-40B4-BE49-F238E27FC236}">
                <a16:creationId xmlns:a16="http://schemas.microsoft.com/office/drawing/2014/main" id="{FBB23E4D-3392-D613-3791-8A59F3819092}"/>
              </a:ext>
            </a:extLst>
          </p:cNvPr>
          <p:cNvPicPr>
            <a:picLocks noChangeAspect="1"/>
          </p:cNvPicPr>
          <p:nvPr/>
        </p:nvPicPr>
        <p:blipFill>
          <a:blip r:embed="rId3"/>
          <a:stretch>
            <a:fillRect/>
          </a:stretch>
        </p:blipFill>
        <p:spPr>
          <a:xfrm>
            <a:off x="1560302" y="49145"/>
            <a:ext cx="628654" cy="628654"/>
          </a:xfrm>
          <a:prstGeom prst="rect">
            <a:avLst/>
          </a:prstGeom>
        </p:spPr>
      </p:pic>
      <p:graphicFrame>
        <p:nvGraphicFramePr>
          <p:cNvPr id="7" name="Объект 13">
            <a:extLst>
              <a:ext uri="{FF2B5EF4-FFF2-40B4-BE49-F238E27FC236}">
                <a16:creationId xmlns:a16="http://schemas.microsoft.com/office/drawing/2014/main" id="{385508FB-68B5-7237-9991-0BEB928A2C9F}"/>
              </a:ext>
            </a:extLst>
          </p:cNvPr>
          <p:cNvGraphicFramePr/>
          <p:nvPr>
            <p:extLst>
              <p:ext uri="{D42A27DB-BD31-4B8C-83A1-F6EECF244321}">
                <p14:modId xmlns:p14="http://schemas.microsoft.com/office/powerpoint/2010/main" val="952697938"/>
              </p:ext>
            </p:extLst>
          </p:nvPr>
        </p:nvGraphicFramePr>
        <p:xfrm>
          <a:off x="7315005" y="1247185"/>
          <a:ext cx="639445" cy="599440"/>
        </p:xfrm>
        <a:graphic>
          <a:graphicData uri="http://schemas.openxmlformats.org/presentationml/2006/ole">
            <mc:AlternateContent xmlns:mc="http://schemas.openxmlformats.org/markup-compatibility/2006">
              <mc:Choice xmlns:v="urn:schemas-microsoft-com:vml" Requires="v">
                <p:oleObj r:id="rId4" imgW="663575" imgH="618490" progId="CorelDraw.Graphic.25">
                  <p:embed/>
                </p:oleObj>
              </mc:Choice>
              <mc:Fallback>
                <p:oleObj r:id="rId4" imgW="663575" imgH="618490" progId="CorelDraw.Graphic.25">
                  <p:embed/>
                  <p:pic>
                    <p:nvPicPr>
                      <p:cNvPr id="15" name="Объект 13">
                        <a:extLst>
                          <a:ext uri="{FF2B5EF4-FFF2-40B4-BE49-F238E27FC236}">
                            <a16:creationId xmlns:a16="http://schemas.microsoft.com/office/drawing/2014/main" id="{1D41705B-2A2E-C5A1-3E8C-F70818E209C1}"/>
                          </a:ext>
                        </a:extLst>
                      </p:cNvPr>
                      <p:cNvPicPr/>
                      <p:nvPr/>
                    </p:nvPicPr>
                    <p:blipFill>
                      <a:blip r:embed="rId5"/>
                      <a:stretch>
                        <a:fillRect/>
                      </a:stretch>
                    </p:blipFill>
                    <p:spPr>
                      <a:xfrm>
                        <a:off x="7315005" y="1247185"/>
                        <a:ext cx="639445" cy="599440"/>
                      </a:xfrm>
                      <a:prstGeom prst="rect">
                        <a:avLst/>
                      </a:prstGeom>
                    </p:spPr>
                  </p:pic>
                </p:oleObj>
              </mc:Fallback>
            </mc:AlternateContent>
          </a:graphicData>
        </a:graphic>
      </p:graphicFrame>
      <p:sp>
        <p:nvSpPr>
          <p:cNvPr id="8" name="Прямоугольник 7">
            <a:extLst>
              <a:ext uri="{FF2B5EF4-FFF2-40B4-BE49-F238E27FC236}">
                <a16:creationId xmlns:a16="http://schemas.microsoft.com/office/drawing/2014/main" id="{A9CE460C-7647-BACD-07B0-30BFD43CB9B4}"/>
              </a:ext>
            </a:extLst>
          </p:cNvPr>
          <p:cNvSpPr/>
          <p:nvPr/>
        </p:nvSpPr>
        <p:spPr>
          <a:xfrm>
            <a:off x="0" y="4898571"/>
            <a:ext cx="9144000" cy="244928"/>
          </a:xfrm>
          <a:prstGeom prst="rect">
            <a:avLst/>
          </a:prstGeom>
          <a:solidFill>
            <a:srgbClr val="4AC0F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ru-RU" altLang="en-US" sz="1800" b="1" dirty="0">
              <a:solidFill>
                <a:schemeClr val="bg1"/>
              </a:solidFill>
              <a:latin typeface="Century Gothic" panose="020B0502020202020204" pitchFamily="34" charset="0"/>
            </a:endParaRPr>
          </a:p>
        </p:txBody>
      </p:sp>
      <p:sp>
        <p:nvSpPr>
          <p:cNvPr id="10" name="TextBox 9">
            <a:extLst>
              <a:ext uri="{FF2B5EF4-FFF2-40B4-BE49-F238E27FC236}">
                <a16:creationId xmlns:a16="http://schemas.microsoft.com/office/drawing/2014/main" id="{94AF1566-5904-0654-DB56-0BC5C0C121F0}"/>
              </a:ext>
            </a:extLst>
          </p:cNvPr>
          <p:cNvSpPr txBox="1"/>
          <p:nvPr/>
        </p:nvSpPr>
        <p:spPr>
          <a:xfrm>
            <a:off x="2188956" y="416189"/>
            <a:ext cx="5923078" cy="830997"/>
          </a:xfrm>
          <a:prstGeom prst="rect">
            <a:avLst/>
          </a:prstGeom>
          <a:noFill/>
        </p:spPr>
        <p:txBody>
          <a:bodyPr wrap="square">
            <a:spAutoFit/>
          </a:bodyPr>
          <a:lstStyle/>
          <a:p>
            <a:pPr algn="ctr"/>
            <a:r>
              <a:rPr lang="en" sz="2400" b="1" dirty="0">
                <a:solidFill>
                  <a:srgbClr val="00B0F0"/>
                </a:solidFill>
                <a:latin typeface="Host Grotesk" panose="020B0504030402000203" pitchFamily="34" charset="0"/>
                <a:ea typeface="Bitter"/>
                <a:cs typeface="Bitter"/>
                <a:sym typeface="Bitter"/>
              </a:rPr>
              <a:t>Qanday qilib sun’iy idrokdan mas’uliyat bilan foydalanish mumkin? </a:t>
            </a:r>
            <a:endParaRPr lang="en-US" sz="2400" dirty="0">
              <a:solidFill>
                <a:srgbClr val="00B0F0"/>
              </a:solidFill>
              <a:latin typeface="Host Grotesk" panose="020B0504030402000203" pitchFamily="34" charset="0"/>
            </a:endParaRPr>
          </a:p>
        </p:txBody>
      </p:sp>
      <p:sp>
        <p:nvSpPr>
          <p:cNvPr id="11" name="Google Shape;58;p13">
            <a:extLst>
              <a:ext uri="{FF2B5EF4-FFF2-40B4-BE49-F238E27FC236}">
                <a16:creationId xmlns:a16="http://schemas.microsoft.com/office/drawing/2014/main" id="{57C88F9E-06C3-357A-0095-997C0306F389}"/>
              </a:ext>
            </a:extLst>
          </p:cNvPr>
          <p:cNvSpPr txBox="1"/>
          <p:nvPr/>
        </p:nvSpPr>
        <p:spPr>
          <a:xfrm>
            <a:off x="524964" y="1646068"/>
            <a:ext cx="8005082" cy="285362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dirty="0">
                <a:solidFill>
                  <a:schemeClr val="tx1"/>
                </a:solidFill>
                <a:latin typeface="Host Grotesk" panose="020B0504030402000203" pitchFamily="34" charset="0"/>
                <a:ea typeface="Rubik"/>
                <a:cs typeface="Rubik"/>
                <a:sym typeface="Rubik"/>
              </a:rPr>
              <a:t>Ushbu loyiha orqali siz kundalik hayotimizda sun’iy idrok bilan bog’liq asosiy xavotirli jihatlar haqida o’rganasiz.</a:t>
            </a:r>
          </a:p>
          <a:p>
            <a:pPr marL="0" lvl="0" indent="0" algn="l" rtl="0">
              <a:spcBef>
                <a:spcPts val="0"/>
              </a:spcBef>
              <a:spcAft>
                <a:spcPts val="0"/>
              </a:spcAft>
              <a:buNone/>
            </a:pPr>
            <a:endParaRPr sz="2000" dirty="0">
              <a:solidFill>
                <a:schemeClr val="tx1"/>
              </a:solidFill>
              <a:latin typeface="Host Grotesk" panose="020B0504030402000203" pitchFamily="34" charset="0"/>
              <a:ea typeface="Rubik"/>
              <a:cs typeface="Rubik"/>
              <a:sym typeface="Rubik"/>
            </a:endParaRPr>
          </a:p>
          <a:p>
            <a:pPr marL="0" lvl="0" indent="0" algn="l" rtl="0">
              <a:spcBef>
                <a:spcPts val="1000"/>
              </a:spcBef>
              <a:spcAft>
                <a:spcPts val="1000"/>
              </a:spcAft>
              <a:buNone/>
            </a:pPr>
            <a:r>
              <a:rPr lang="en" sz="2000" dirty="0">
                <a:solidFill>
                  <a:schemeClr val="tx1"/>
                </a:solidFill>
                <a:latin typeface="Host Grotesk" panose="020B0504030402000203" pitchFamily="34" charset="0"/>
                <a:ea typeface="Rubik"/>
                <a:cs typeface="Rubik"/>
                <a:sym typeface="Rubik"/>
              </a:rPr>
              <a:t>Shundan so’ng haqiqiy hayotdagi etik qo’llanmalarni ko’rib chiqasiz. </a:t>
            </a:r>
          </a:p>
          <a:p>
            <a:pPr marL="0" lvl="0" indent="0" algn="l" rtl="0">
              <a:spcBef>
                <a:spcPts val="1000"/>
              </a:spcBef>
              <a:spcAft>
                <a:spcPts val="1000"/>
              </a:spcAft>
              <a:buNone/>
            </a:pPr>
            <a:br>
              <a:rPr lang="en" sz="2000" dirty="0">
                <a:solidFill>
                  <a:schemeClr val="tx1"/>
                </a:solidFill>
                <a:latin typeface="Host Grotesk" panose="020B0504030402000203" pitchFamily="34" charset="0"/>
                <a:ea typeface="Rubik"/>
                <a:cs typeface="Rubik"/>
                <a:sym typeface="Rubik"/>
              </a:rPr>
            </a:br>
            <a:r>
              <a:rPr lang="en" sz="2000" dirty="0">
                <a:solidFill>
                  <a:schemeClr val="tx1"/>
                </a:solidFill>
                <a:latin typeface="Host Grotesk" panose="020B0504030402000203" pitchFamily="34" charset="0"/>
                <a:ea typeface="Rubik"/>
                <a:cs typeface="Rubik"/>
                <a:sym typeface="Rubik"/>
              </a:rPr>
              <a:t>Bu qo’llanmadan foydalanib, S</a:t>
            </a:r>
            <a:r>
              <a:rPr lang="en-US" sz="2000" dirty="0" err="1">
                <a:solidFill>
                  <a:schemeClr val="tx1"/>
                </a:solidFill>
                <a:latin typeface="Host Grotesk" panose="020B0504030402000203" pitchFamily="34" charset="0"/>
                <a:ea typeface="Rubik"/>
                <a:cs typeface="Rubik"/>
                <a:sym typeface="Rubik"/>
              </a:rPr>
              <a:t>i</a:t>
            </a:r>
            <a:r>
              <a:rPr lang="en" sz="2000" dirty="0">
                <a:solidFill>
                  <a:schemeClr val="tx1"/>
                </a:solidFill>
                <a:latin typeface="Host Grotesk" panose="020B0504030402000203" pitchFamily="34" charset="0"/>
                <a:ea typeface="Rubik"/>
                <a:cs typeface="Rubik"/>
                <a:sym typeface="Rubik"/>
              </a:rPr>
              <a:t>dan foydalanish bo’yicha o’z qoidalaringizni yaratasiz.</a:t>
            </a:r>
            <a:endParaRPr sz="2000" dirty="0">
              <a:solidFill>
                <a:schemeClr val="tx1"/>
              </a:solidFill>
              <a:latin typeface="Host Grotesk" panose="020B0504030402000203" pitchFamily="34" charset="0"/>
              <a:ea typeface="Rubik"/>
              <a:cs typeface="Rubik"/>
              <a:sym typeface="Rubik"/>
            </a:endParaRPr>
          </a:p>
        </p:txBody>
      </p:sp>
      <p:graphicFrame>
        <p:nvGraphicFramePr>
          <p:cNvPr id="12" name="Объект 7">
            <a:extLst>
              <a:ext uri="{FF2B5EF4-FFF2-40B4-BE49-F238E27FC236}">
                <a16:creationId xmlns:a16="http://schemas.microsoft.com/office/drawing/2014/main" id="{61EBA56C-5D9F-6CEF-D89E-1A9006AC0A36}"/>
              </a:ext>
            </a:extLst>
          </p:cNvPr>
          <p:cNvGraphicFramePr/>
          <p:nvPr>
            <p:extLst>
              <p:ext uri="{D42A27DB-BD31-4B8C-83A1-F6EECF244321}">
                <p14:modId xmlns:p14="http://schemas.microsoft.com/office/powerpoint/2010/main" val="2387896328"/>
              </p:ext>
            </p:extLst>
          </p:nvPr>
        </p:nvGraphicFramePr>
        <p:xfrm>
          <a:off x="1656506" y="3226911"/>
          <a:ext cx="436245" cy="590550"/>
        </p:xfrm>
        <a:graphic>
          <a:graphicData uri="http://schemas.openxmlformats.org/presentationml/2006/ole">
            <mc:AlternateContent xmlns:mc="http://schemas.openxmlformats.org/markup-compatibility/2006">
              <mc:Choice xmlns:v="urn:schemas-microsoft-com:vml" Requires="v">
                <p:oleObj r:id="rId6" imgW="469900" imgH="624840" progId="CorelDraw.Graphic.25">
                  <p:embed/>
                </p:oleObj>
              </mc:Choice>
              <mc:Fallback>
                <p:oleObj r:id="rId6" imgW="469900" imgH="624840" progId="CorelDraw.Graphic.25">
                  <p:embed/>
                  <p:pic>
                    <p:nvPicPr>
                      <p:cNvPr id="6" name="Объект 7">
                        <a:extLst>
                          <a:ext uri="{FF2B5EF4-FFF2-40B4-BE49-F238E27FC236}">
                            <a16:creationId xmlns:a16="http://schemas.microsoft.com/office/drawing/2014/main" id="{61EBA56C-5D9F-6CEF-D89E-1A9006AC0A36}"/>
                          </a:ext>
                        </a:extLst>
                      </p:cNvPr>
                      <p:cNvPicPr/>
                      <p:nvPr/>
                    </p:nvPicPr>
                    <p:blipFill>
                      <a:blip r:embed="rId7"/>
                      <a:stretch>
                        <a:fillRect/>
                      </a:stretch>
                    </p:blipFill>
                    <p:spPr>
                      <a:xfrm>
                        <a:off x="1656506" y="3226911"/>
                        <a:ext cx="436245" cy="590550"/>
                      </a:xfrm>
                      <a:prstGeom prst="rect">
                        <a:avLst/>
                      </a:prstGeom>
                    </p:spPr>
                  </p:pic>
                </p:oleObj>
              </mc:Fallback>
            </mc:AlternateContent>
          </a:graphicData>
        </a:graphic>
      </p:graphicFrame>
    </p:spTree>
    <p:extLst>
      <p:ext uri="{BB962C8B-B14F-4D97-AF65-F5344CB8AC3E}">
        <p14:creationId xmlns:p14="http://schemas.microsoft.com/office/powerpoint/2010/main" val="1130900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2AB81-0291-80D1-FC13-777E350D1058}"/>
              </a:ext>
            </a:extLst>
          </p:cNvPr>
          <p:cNvSpPr>
            <a:spLocks noGrp="1"/>
          </p:cNvSpPr>
          <p:nvPr>
            <p:ph type="title"/>
          </p:nvPr>
        </p:nvSpPr>
        <p:spPr>
          <a:xfrm>
            <a:off x="2092751" y="193834"/>
            <a:ext cx="4634620" cy="994172"/>
          </a:xfrm>
        </p:spPr>
        <p:txBody>
          <a:bodyPr>
            <a:normAutofit fontScale="90000"/>
          </a:bodyPr>
          <a:lstStyle/>
          <a:p>
            <a:r>
              <a:rPr lang="en" sz="3600" b="1" dirty="0">
                <a:solidFill>
                  <a:srgbClr val="00B0F0"/>
                </a:solidFill>
                <a:latin typeface="Host Grotesk" panose="020B0504030402000203" pitchFamily="34" charset="0"/>
                <a:ea typeface="Bitter"/>
                <a:cs typeface="Bitter"/>
                <a:sym typeface="Bitter"/>
              </a:rPr>
              <a:t>S</a:t>
            </a:r>
            <a:r>
              <a:rPr lang="en-US" sz="3600" b="1" dirty="0" err="1">
                <a:solidFill>
                  <a:srgbClr val="00B0F0"/>
                </a:solidFill>
                <a:latin typeface="Host Grotesk" panose="020B0504030402000203" pitchFamily="34" charset="0"/>
                <a:ea typeface="Bitter"/>
                <a:cs typeface="Bitter"/>
                <a:sym typeface="Bitter"/>
              </a:rPr>
              <a:t>i</a:t>
            </a:r>
            <a:r>
              <a:rPr lang="en" sz="3600" b="1" dirty="0">
                <a:solidFill>
                  <a:srgbClr val="00B0F0"/>
                </a:solidFill>
                <a:latin typeface="Host Grotesk" panose="020B0504030402000203" pitchFamily="34" charset="0"/>
                <a:ea typeface="Bitter"/>
                <a:cs typeface="Bitter"/>
                <a:sym typeface="Bitter"/>
              </a:rPr>
              <a:t>dan mas’uliyat bilan foydalanish</a:t>
            </a:r>
            <a:endParaRPr lang="en-US" dirty="0">
              <a:solidFill>
                <a:srgbClr val="00B0F0"/>
              </a:solidFill>
              <a:latin typeface="Host Grotesk" panose="020B0504030402000203" pitchFamily="34" charset="0"/>
            </a:endParaRPr>
          </a:p>
        </p:txBody>
      </p:sp>
      <p:pic>
        <p:nvPicPr>
          <p:cNvPr id="4" name="Picture 3" descr="A logo on a black background&#10;&#10;Description automatically generated">
            <a:extLst>
              <a:ext uri="{FF2B5EF4-FFF2-40B4-BE49-F238E27FC236}">
                <a16:creationId xmlns:a16="http://schemas.microsoft.com/office/drawing/2014/main" id="{5B085656-431E-2CC0-39EB-380381A61BC4}"/>
              </a:ext>
            </a:extLst>
          </p:cNvPr>
          <p:cNvPicPr>
            <a:picLocks noChangeAspect="1"/>
          </p:cNvPicPr>
          <p:nvPr/>
        </p:nvPicPr>
        <p:blipFill>
          <a:blip r:embed="rId2" cstate="print">
            <a:extLst>
              <a:ext uri="{28A0092B-C50C-407E-A947-70E740481C1C}">
                <a14:useLocalDpi xmlns:a14="http://schemas.microsoft.com/office/drawing/2010/main" val="0"/>
              </a:ext>
            </a:extLst>
          </a:blip>
          <a:srcRect l="17966" t="41761" r="13807" b="41509"/>
          <a:stretch/>
        </p:blipFill>
        <p:spPr>
          <a:xfrm>
            <a:off x="485775" y="434278"/>
            <a:ext cx="1441011" cy="353337"/>
          </a:xfrm>
          <a:prstGeom prst="rect">
            <a:avLst/>
          </a:prstGeom>
        </p:spPr>
      </p:pic>
      <p:pic>
        <p:nvPicPr>
          <p:cNvPr id="5" name="Picture 4" descr="A yellow star on a black background&#10;&#10;Description automatically generated">
            <a:extLst>
              <a:ext uri="{FF2B5EF4-FFF2-40B4-BE49-F238E27FC236}">
                <a16:creationId xmlns:a16="http://schemas.microsoft.com/office/drawing/2014/main" id="{EA44C684-BFC3-419D-1924-8DF3F047E562}"/>
              </a:ext>
            </a:extLst>
          </p:cNvPr>
          <p:cNvPicPr>
            <a:picLocks noChangeAspect="1"/>
          </p:cNvPicPr>
          <p:nvPr/>
        </p:nvPicPr>
        <p:blipFill>
          <a:blip r:embed="rId3"/>
          <a:stretch>
            <a:fillRect/>
          </a:stretch>
        </p:blipFill>
        <p:spPr>
          <a:xfrm>
            <a:off x="4127247" y="496398"/>
            <a:ext cx="628654" cy="628654"/>
          </a:xfrm>
          <a:prstGeom prst="rect">
            <a:avLst/>
          </a:prstGeom>
        </p:spPr>
      </p:pic>
      <p:sp>
        <p:nvSpPr>
          <p:cNvPr id="7" name="Прямоугольник 7">
            <a:extLst>
              <a:ext uri="{FF2B5EF4-FFF2-40B4-BE49-F238E27FC236}">
                <a16:creationId xmlns:a16="http://schemas.microsoft.com/office/drawing/2014/main" id="{FB825EF9-4316-DB2B-9BF0-5DA5E7322D80}"/>
              </a:ext>
            </a:extLst>
          </p:cNvPr>
          <p:cNvSpPr/>
          <p:nvPr/>
        </p:nvSpPr>
        <p:spPr>
          <a:xfrm>
            <a:off x="0" y="4898571"/>
            <a:ext cx="9144000" cy="244928"/>
          </a:xfrm>
          <a:prstGeom prst="rect">
            <a:avLst/>
          </a:prstGeom>
          <a:solidFill>
            <a:srgbClr val="4AC0F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ru-RU" altLang="en-US" sz="1800" b="1" dirty="0">
              <a:solidFill>
                <a:schemeClr val="bg1"/>
              </a:solidFill>
              <a:latin typeface="Century Gothic" panose="020B0502020202020204" pitchFamily="34" charset="0"/>
            </a:endParaRPr>
          </a:p>
        </p:txBody>
      </p:sp>
      <p:pic>
        <p:nvPicPr>
          <p:cNvPr id="10" name="Google Shape;67;p14">
            <a:extLst>
              <a:ext uri="{FF2B5EF4-FFF2-40B4-BE49-F238E27FC236}">
                <a16:creationId xmlns:a16="http://schemas.microsoft.com/office/drawing/2014/main" id="{CB966758-176F-172F-84DD-E08D29FC2A71}"/>
              </a:ext>
            </a:extLst>
          </p:cNvPr>
          <p:cNvPicPr preferRelativeResize="0"/>
          <p:nvPr/>
        </p:nvPicPr>
        <p:blipFill rotWithShape="1">
          <a:blip r:embed="rId4">
            <a:alphaModFix/>
          </a:blip>
          <a:srcRect l="28649" r="30441"/>
          <a:stretch/>
        </p:blipFill>
        <p:spPr>
          <a:xfrm>
            <a:off x="5388437" y="744748"/>
            <a:ext cx="3199099" cy="4398751"/>
          </a:xfrm>
          <a:prstGeom prst="rect">
            <a:avLst/>
          </a:prstGeom>
          <a:noFill/>
          <a:ln>
            <a:noFill/>
          </a:ln>
        </p:spPr>
      </p:pic>
      <p:graphicFrame>
        <p:nvGraphicFramePr>
          <p:cNvPr id="11" name="Объект 13">
            <a:extLst>
              <a:ext uri="{FF2B5EF4-FFF2-40B4-BE49-F238E27FC236}">
                <a16:creationId xmlns:a16="http://schemas.microsoft.com/office/drawing/2014/main" id="{E423EE39-0CA9-3CCD-5428-67AD32E01ECC}"/>
              </a:ext>
            </a:extLst>
          </p:cNvPr>
          <p:cNvGraphicFramePr/>
          <p:nvPr>
            <p:extLst>
              <p:ext uri="{D42A27DB-BD31-4B8C-83A1-F6EECF244321}">
                <p14:modId xmlns:p14="http://schemas.microsoft.com/office/powerpoint/2010/main" val="1404956112"/>
              </p:ext>
            </p:extLst>
          </p:nvPr>
        </p:nvGraphicFramePr>
        <p:xfrm>
          <a:off x="7674234" y="690920"/>
          <a:ext cx="639445" cy="599440"/>
        </p:xfrm>
        <a:graphic>
          <a:graphicData uri="http://schemas.openxmlformats.org/presentationml/2006/ole">
            <mc:AlternateContent xmlns:mc="http://schemas.openxmlformats.org/markup-compatibility/2006">
              <mc:Choice xmlns:v="urn:schemas-microsoft-com:vml" Requires="v">
                <p:oleObj r:id="rId5" imgW="663575" imgH="618490" progId="CorelDraw.Graphic.25">
                  <p:embed/>
                </p:oleObj>
              </mc:Choice>
              <mc:Fallback>
                <p:oleObj r:id="rId5" imgW="663575" imgH="618490" progId="CorelDraw.Graphic.25">
                  <p:embed/>
                  <p:pic>
                    <p:nvPicPr>
                      <p:cNvPr id="6" name="Объект 13">
                        <a:extLst>
                          <a:ext uri="{FF2B5EF4-FFF2-40B4-BE49-F238E27FC236}">
                            <a16:creationId xmlns:a16="http://schemas.microsoft.com/office/drawing/2014/main" id="{E423EE39-0CA9-3CCD-5428-67AD32E01ECC}"/>
                          </a:ext>
                        </a:extLst>
                      </p:cNvPr>
                      <p:cNvPicPr/>
                      <p:nvPr/>
                    </p:nvPicPr>
                    <p:blipFill>
                      <a:blip r:embed="rId6"/>
                      <a:stretch>
                        <a:fillRect/>
                      </a:stretch>
                    </p:blipFill>
                    <p:spPr>
                      <a:xfrm>
                        <a:off x="7674234" y="690920"/>
                        <a:ext cx="639445" cy="599440"/>
                      </a:xfrm>
                      <a:prstGeom prst="rect">
                        <a:avLst/>
                      </a:prstGeom>
                    </p:spPr>
                  </p:pic>
                </p:oleObj>
              </mc:Fallback>
            </mc:AlternateContent>
          </a:graphicData>
        </a:graphic>
      </p:graphicFrame>
      <p:sp>
        <p:nvSpPr>
          <p:cNvPr id="12" name="Google Shape;66;p14">
            <a:extLst>
              <a:ext uri="{FF2B5EF4-FFF2-40B4-BE49-F238E27FC236}">
                <a16:creationId xmlns:a16="http://schemas.microsoft.com/office/drawing/2014/main" id="{6375954F-8697-28C6-74F6-9C360E3895BE}"/>
              </a:ext>
            </a:extLst>
          </p:cNvPr>
          <p:cNvSpPr txBox="1"/>
          <p:nvPr/>
        </p:nvSpPr>
        <p:spPr>
          <a:xfrm>
            <a:off x="350965" y="1678435"/>
            <a:ext cx="4472100" cy="2717391"/>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000" dirty="0">
                <a:solidFill>
                  <a:schemeClr val="dk1"/>
                </a:solidFill>
                <a:latin typeface="Host Grotesk" panose="020B0504030402000203" pitchFamily="34" charset="0"/>
                <a:ea typeface="Rubik"/>
                <a:cs typeface="Rubik"/>
                <a:sym typeface="Rubik"/>
              </a:rPr>
              <a:t>Quyidagi jumla siz uchun nimani anglatadi?</a:t>
            </a:r>
            <a:endParaRPr sz="3000" dirty="0">
              <a:solidFill>
                <a:schemeClr val="dk1"/>
              </a:solidFill>
              <a:latin typeface="Host Grotesk" panose="020B0504030402000203" pitchFamily="34" charset="0"/>
              <a:ea typeface="Rubik"/>
              <a:cs typeface="Rubik"/>
              <a:sym typeface="Rubik"/>
            </a:endParaRPr>
          </a:p>
          <a:p>
            <a:pPr marL="0" lvl="0" indent="0" algn="l" rtl="0">
              <a:spcBef>
                <a:spcPts val="0"/>
              </a:spcBef>
              <a:spcAft>
                <a:spcPts val="0"/>
              </a:spcAft>
              <a:buNone/>
            </a:pPr>
            <a:endParaRPr lang="en-US" sz="3000" dirty="0">
              <a:solidFill>
                <a:schemeClr val="dk1"/>
              </a:solidFill>
              <a:latin typeface="Host Grotesk" panose="020B0504030402000203" pitchFamily="34" charset="0"/>
              <a:ea typeface="Rubik"/>
              <a:cs typeface="Rubik"/>
              <a:sym typeface="Rubik"/>
            </a:endParaRPr>
          </a:p>
          <a:p>
            <a:pPr marL="0" lvl="0" indent="0" algn="l" rtl="0">
              <a:spcBef>
                <a:spcPts val="0"/>
              </a:spcBef>
              <a:spcAft>
                <a:spcPts val="0"/>
              </a:spcAft>
              <a:buNone/>
            </a:pPr>
            <a:endParaRPr sz="3000" dirty="0">
              <a:solidFill>
                <a:schemeClr val="dk1"/>
              </a:solidFill>
              <a:latin typeface="Host Grotesk" panose="020B0504030402000203" pitchFamily="34" charset="0"/>
              <a:ea typeface="Rubik"/>
              <a:cs typeface="Rubik"/>
              <a:sym typeface="Rubik"/>
            </a:endParaRPr>
          </a:p>
          <a:p>
            <a:pPr marL="0" lvl="0" indent="0" algn="l" rtl="0">
              <a:spcBef>
                <a:spcPts val="0"/>
              </a:spcBef>
              <a:spcAft>
                <a:spcPts val="0"/>
              </a:spcAft>
              <a:buNone/>
            </a:pPr>
            <a:r>
              <a:rPr lang="en" sz="3000" b="1" i="1" dirty="0">
                <a:solidFill>
                  <a:schemeClr val="dk1"/>
                </a:solidFill>
                <a:latin typeface="Host Grotesk" panose="020B0504030402000203" pitchFamily="34" charset="0"/>
                <a:ea typeface="Rubik"/>
                <a:cs typeface="Rubik"/>
                <a:sym typeface="Rubik"/>
              </a:rPr>
              <a:t>“Hech kim ko’rmasa ham to’g’ri ish qiling.”</a:t>
            </a:r>
            <a:endParaRPr sz="3000" b="1" i="1" dirty="0">
              <a:solidFill>
                <a:schemeClr val="dk1"/>
              </a:solidFill>
              <a:latin typeface="Host Grotesk" panose="020B0504030402000203" pitchFamily="34" charset="0"/>
              <a:ea typeface="Rubik"/>
              <a:cs typeface="Rubik"/>
              <a:sym typeface="Rubik"/>
            </a:endParaRPr>
          </a:p>
        </p:txBody>
      </p:sp>
      <p:graphicFrame>
        <p:nvGraphicFramePr>
          <p:cNvPr id="13" name="Объект 7">
            <a:extLst>
              <a:ext uri="{FF2B5EF4-FFF2-40B4-BE49-F238E27FC236}">
                <a16:creationId xmlns:a16="http://schemas.microsoft.com/office/drawing/2014/main" id="{3899DE20-21B4-66F8-869A-FA1CB86681FD}"/>
              </a:ext>
            </a:extLst>
          </p:cNvPr>
          <p:cNvGraphicFramePr/>
          <p:nvPr>
            <p:extLst>
              <p:ext uri="{D42A27DB-BD31-4B8C-83A1-F6EECF244321}">
                <p14:modId xmlns:p14="http://schemas.microsoft.com/office/powerpoint/2010/main" val="3217396668"/>
              </p:ext>
            </p:extLst>
          </p:nvPr>
        </p:nvGraphicFramePr>
        <p:xfrm>
          <a:off x="3973816" y="3347192"/>
          <a:ext cx="436245" cy="590550"/>
        </p:xfrm>
        <a:graphic>
          <a:graphicData uri="http://schemas.openxmlformats.org/presentationml/2006/ole">
            <mc:AlternateContent xmlns:mc="http://schemas.openxmlformats.org/markup-compatibility/2006">
              <mc:Choice xmlns:v="urn:schemas-microsoft-com:vml" Requires="v">
                <p:oleObj r:id="rId7" imgW="469900" imgH="624840" progId="CorelDraw.Graphic.25">
                  <p:embed/>
                </p:oleObj>
              </mc:Choice>
              <mc:Fallback>
                <p:oleObj r:id="rId7" imgW="469900" imgH="624840" progId="CorelDraw.Graphic.25">
                  <p:embed/>
                  <p:pic>
                    <p:nvPicPr>
                      <p:cNvPr id="8" name="Объект 7">
                        <a:extLst>
                          <a:ext uri="{FF2B5EF4-FFF2-40B4-BE49-F238E27FC236}">
                            <a16:creationId xmlns:a16="http://schemas.microsoft.com/office/drawing/2014/main" id="{3899DE20-21B4-66F8-869A-FA1CB86681FD}"/>
                          </a:ext>
                        </a:extLst>
                      </p:cNvPr>
                      <p:cNvPicPr/>
                      <p:nvPr/>
                    </p:nvPicPr>
                    <p:blipFill>
                      <a:blip r:embed="rId8"/>
                      <a:stretch>
                        <a:fillRect/>
                      </a:stretch>
                    </p:blipFill>
                    <p:spPr>
                      <a:xfrm>
                        <a:off x="3973816" y="3347192"/>
                        <a:ext cx="436245" cy="590550"/>
                      </a:xfrm>
                      <a:prstGeom prst="rect">
                        <a:avLst/>
                      </a:prstGeom>
                    </p:spPr>
                  </p:pic>
                </p:oleObj>
              </mc:Fallback>
            </mc:AlternateContent>
          </a:graphicData>
        </a:graphic>
      </p:graphicFrame>
    </p:spTree>
    <p:extLst>
      <p:ext uri="{BB962C8B-B14F-4D97-AF65-F5344CB8AC3E}">
        <p14:creationId xmlns:p14="http://schemas.microsoft.com/office/powerpoint/2010/main" val="35214574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2AB81-0291-80D1-FC13-777E350D1058}"/>
              </a:ext>
            </a:extLst>
          </p:cNvPr>
          <p:cNvSpPr>
            <a:spLocks noGrp="1"/>
          </p:cNvSpPr>
          <p:nvPr>
            <p:ph type="title"/>
          </p:nvPr>
        </p:nvSpPr>
        <p:spPr>
          <a:xfrm>
            <a:off x="2092751" y="193834"/>
            <a:ext cx="4634620" cy="994172"/>
          </a:xfrm>
        </p:spPr>
        <p:txBody>
          <a:bodyPr>
            <a:normAutofit fontScale="90000"/>
          </a:bodyPr>
          <a:lstStyle/>
          <a:p>
            <a:r>
              <a:rPr lang="en" sz="3600" b="1" dirty="0">
                <a:solidFill>
                  <a:srgbClr val="00B0F0"/>
                </a:solidFill>
                <a:latin typeface="Host Grotesk" panose="020B0504030402000203" pitchFamily="34" charset="0"/>
                <a:ea typeface="Bitter"/>
                <a:cs typeface="Bitter"/>
                <a:sym typeface="Bitter"/>
              </a:rPr>
              <a:t>S</a:t>
            </a:r>
            <a:r>
              <a:rPr lang="en-US" sz="3600" b="1" dirty="0" err="1">
                <a:solidFill>
                  <a:srgbClr val="00B0F0"/>
                </a:solidFill>
                <a:latin typeface="Host Grotesk" panose="020B0504030402000203" pitchFamily="34" charset="0"/>
                <a:ea typeface="Bitter"/>
                <a:cs typeface="Bitter"/>
                <a:sym typeface="Bitter"/>
              </a:rPr>
              <a:t>i</a:t>
            </a:r>
            <a:r>
              <a:rPr lang="en" sz="3600" b="1" dirty="0">
                <a:solidFill>
                  <a:srgbClr val="00B0F0"/>
                </a:solidFill>
                <a:latin typeface="Host Grotesk" panose="020B0504030402000203" pitchFamily="34" charset="0"/>
                <a:ea typeface="Bitter"/>
                <a:cs typeface="Bitter"/>
                <a:sym typeface="Bitter"/>
              </a:rPr>
              <a:t>dan mas’uliyat bilan foydalanish</a:t>
            </a:r>
            <a:endParaRPr lang="en-US" dirty="0">
              <a:solidFill>
                <a:srgbClr val="00B0F0"/>
              </a:solidFill>
              <a:latin typeface="Host Grotesk" panose="020B0504030402000203" pitchFamily="34" charset="0"/>
            </a:endParaRPr>
          </a:p>
        </p:txBody>
      </p:sp>
      <p:pic>
        <p:nvPicPr>
          <p:cNvPr id="4" name="Picture 3" descr="A logo on a black background&#10;&#10;Description automatically generated">
            <a:extLst>
              <a:ext uri="{FF2B5EF4-FFF2-40B4-BE49-F238E27FC236}">
                <a16:creationId xmlns:a16="http://schemas.microsoft.com/office/drawing/2014/main" id="{5B085656-431E-2CC0-39EB-380381A61BC4}"/>
              </a:ext>
            </a:extLst>
          </p:cNvPr>
          <p:cNvPicPr>
            <a:picLocks noChangeAspect="1"/>
          </p:cNvPicPr>
          <p:nvPr/>
        </p:nvPicPr>
        <p:blipFill>
          <a:blip r:embed="rId2" cstate="print">
            <a:extLst>
              <a:ext uri="{28A0092B-C50C-407E-A947-70E740481C1C}">
                <a14:useLocalDpi xmlns:a14="http://schemas.microsoft.com/office/drawing/2010/main" val="0"/>
              </a:ext>
            </a:extLst>
          </a:blip>
          <a:srcRect l="17966" t="41761" r="13807" b="41509"/>
          <a:stretch/>
        </p:blipFill>
        <p:spPr>
          <a:xfrm>
            <a:off x="485775" y="434278"/>
            <a:ext cx="1441011" cy="353337"/>
          </a:xfrm>
          <a:prstGeom prst="rect">
            <a:avLst/>
          </a:prstGeom>
        </p:spPr>
      </p:pic>
      <p:pic>
        <p:nvPicPr>
          <p:cNvPr id="5" name="Picture 4" descr="A yellow star on a black background&#10;&#10;Description automatically generated">
            <a:extLst>
              <a:ext uri="{FF2B5EF4-FFF2-40B4-BE49-F238E27FC236}">
                <a16:creationId xmlns:a16="http://schemas.microsoft.com/office/drawing/2014/main" id="{EA44C684-BFC3-419D-1924-8DF3F047E562}"/>
              </a:ext>
            </a:extLst>
          </p:cNvPr>
          <p:cNvPicPr>
            <a:picLocks noChangeAspect="1"/>
          </p:cNvPicPr>
          <p:nvPr/>
        </p:nvPicPr>
        <p:blipFill>
          <a:blip r:embed="rId3"/>
          <a:stretch>
            <a:fillRect/>
          </a:stretch>
        </p:blipFill>
        <p:spPr>
          <a:xfrm>
            <a:off x="4127247" y="496398"/>
            <a:ext cx="628654" cy="628654"/>
          </a:xfrm>
          <a:prstGeom prst="rect">
            <a:avLst/>
          </a:prstGeom>
        </p:spPr>
      </p:pic>
      <p:sp>
        <p:nvSpPr>
          <p:cNvPr id="7" name="Прямоугольник 7">
            <a:extLst>
              <a:ext uri="{FF2B5EF4-FFF2-40B4-BE49-F238E27FC236}">
                <a16:creationId xmlns:a16="http://schemas.microsoft.com/office/drawing/2014/main" id="{FB825EF9-4316-DB2B-9BF0-5DA5E7322D80}"/>
              </a:ext>
            </a:extLst>
          </p:cNvPr>
          <p:cNvSpPr/>
          <p:nvPr/>
        </p:nvSpPr>
        <p:spPr>
          <a:xfrm>
            <a:off x="0" y="4949665"/>
            <a:ext cx="9144000" cy="193833"/>
          </a:xfrm>
          <a:prstGeom prst="rect">
            <a:avLst/>
          </a:prstGeom>
          <a:solidFill>
            <a:srgbClr val="4AC0F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ru-RU" altLang="en-US" sz="1800" b="1" dirty="0">
              <a:solidFill>
                <a:schemeClr val="bg1"/>
              </a:solidFill>
              <a:latin typeface="Century Gothic" panose="020B0502020202020204" pitchFamily="34" charset="0"/>
            </a:endParaRPr>
          </a:p>
        </p:txBody>
      </p:sp>
      <p:pic>
        <p:nvPicPr>
          <p:cNvPr id="10" name="Google Shape;67;p14">
            <a:extLst>
              <a:ext uri="{FF2B5EF4-FFF2-40B4-BE49-F238E27FC236}">
                <a16:creationId xmlns:a16="http://schemas.microsoft.com/office/drawing/2014/main" id="{CB966758-176F-172F-84DD-E08D29FC2A71}"/>
              </a:ext>
            </a:extLst>
          </p:cNvPr>
          <p:cNvPicPr preferRelativeResize="0"/>
          <p:nvPr/>
        </p:nvPicPr>
        <p:blipFill rotWithShape="1">
          <a:blip r:embed="rId4">
            <a:alphaModFix/>
          </a:blip>
          <a:srcRect l="28649" r="30441"/>
          <a:stretch/>
        </p:blipFill>
        <p:spPr>
          <a:xfrm>
            <a:off x="5388437" y="744748"/>
            <a:ext cx="3199099" cy="4398751"/>
          </a:xfrm>
          <a:prstGeom prst="rect">
            <a:avLst/>
          </a:prstGeom>
          <a:noFill/>
          <a:ln>
            <a:noFill/>
          </a:ln>
        </p:spPr>
      </p:pic>
      <p:graphicFrame>
        <p:nvGraphicFramePr>
          <p:cNvPr id="11" name="Объект 13">
            <a:extLst>
              <a:ext uri="{FF2B5EF4-FFF2-40B4-BE49-F238E27FC236}">
                <a16:creationId xmlns:a16="http://schemas.microsoft.com/office/drawing/2014/main" id="{E423EE39-0CA9-3CCD-5428-67AD32E01ECC}"/>
              </a:ext>
            </a:extLst>
          </p:cNvPr>
          <p:cNvGraphicFramePr/>
          <p:nvPr/>
        </p:nvGraphicFramePr>
        <p:xfrm>
          <a:off x="7674234" y="690920"/>
          <a:ext cx="639445" cy="599440"/>
        </p:xfrm>
        <a:graphic>
          <a:graphicData uri="http://schemas.openxmlformats.org/presentationml/2006/ole">
            <mc:AlternateContent xmlns:mc="http://schemas.openxmlformats.org/markup-compatibility/2006">
              <mc:Choice xmlns:v="urn:schemas-microsoft-com:vml" Requires="v">
                <p:oleObj r:id="rId5" imgW="663575" imgH="618490" progId="CorelDraw.Graphic.25">
                  <p:embed/>
                </p:oleObj>
              </mc:Choice>
              <mc:Fallback>
                <p:oleObj r:id="rId5" imgW="663575" imgH="618490" progId="CorelDraw.Graphic.25">
                  <p:embed/>
                  <p:pic>
                    <p:nvPicPr>
                      <p:cNvPr id="11" name="Объект 13">
                        <a:extLst>
                          <a:ext uri="{FF2B5EF4-FFF2-40B4-BE49-F238E27FC236}">
                            <a16:creationId xmlns:a16="http://schemas.microsoft.com/office/drawing/2014/main" id="{E423EE39-0CA9-3CCD-5428-67AD32E01ECC}"/>
                          </a:ext>
                        </a:extLst>
                      </p:cNvPr>
                      <p:cNvPicPr/>
                      <p:nvPr/>
                    </p:nvPicPr>
                    <p:blipFill>
                      <a:blip r:embed="rId6"/>
                      <a:stretch>
                        <a:fillRect/>
                      </a:stretch>
                    </p:blipFill>
                    <p:spPr>
                      <a:xfrm>
                        <a:off x="7674234" y="690920"/>
                        <a:ext cx="639445" cy="599440"/>
                      </a:xfrm>
                      <a:prstGeom prst="rect">
                        <a:avLst/>
                      </a:prstGeom>
                    </p:spPr>
                  </p:pic>
                </p:oleObj>
              </mc:Fallback>
            </mc:AlternateContent>
          </a:graphicData>
        </a:graphic>
      </p:graphicFrame>
      <p:graphicFrame>
        <p:nvGraphicFramePr>
          <p:cNvPr id="13" name="Объект 7">
            <a:extLst>
              <a:ext uri="{FF2B5EF4-FFF2-40B4-BE49-F238E27FC236}">
                <a16:creationId xmlns:a16="http://schemas.microsoft.com/office/drawing/2014/main" id="{3899DE20-21B4-66F8-869A-FA1CB86681FD}"/>
              </a:ext>
            </a:extLst>
          </p:cNvPr>
          <p:cNvGraphicFramePr/>
          <p:nvPr>
            <p:extLst>
              <p:ext uri="{D42A27DB-BD31-4B8C-83A1-F6EECF244321}">
                <p14:modId xmlns:p14="http://schemas.microsoft.com/office/powerpoint/2010/main" val="1363321720"/>
              </p:ext>
            </p:extLst>
          </p:nvPr>
        </p:nvGraphicFramePr>
        <p:xfrm>
          <a:off x="2640876" y="3120915"/>
          <a:ext cx="436245" cy="590550"/>
        </p:xfrm>
        <a:graphic>
          <a:graphicData uri="http://schemas.openxmlformats.org/presentationml/2006/ole">
            <mc:AlternateContent xmlns:mc="http://schemas.openxmlformats.org/markup-compatibility/2006">
              <mc:Choice xmlns:v="urn:schemas-microsoft-com:vml" Requires="v">
                <p:oleObj r:id="rId7" imgW="469900" imgH="624840" progId="CorelDraw.Graphic.25">
                  <p:embed/>
                </p:oleObj>
              </mc:Choice>
              <mc:Fallback>
                <p:oleObj r:id="rId7" imgW="469900" imgH="624840" progId="CorelDraw.Graphic.25">
                  <p:embed/>
                  <p:pic>
                    <p:nvPicPr>
                      <p:cNvPr id="13" name="Объект 7">
                        <a:extLst>
                          <a:ext uri="{FF2B5EF4-FFF2-40B4-BE49-F238E27FC236}">
                            <a16:creationId xmlns:a16="http://schemas.microsoft.com/office/drawing/2014/main" id="{3899DE20-21B4-66F8-869A-FA1CB86681FD}"/>
                          </a:ext>
                        </a:extLst>
                      </p:cNvPr>
                      <p:cNvPicPr/>
                      <p:nvPr/>
                    </p:nvPicPr>
                    <p:blipFill>
                      <a:blip r:embed="rId8"/>
                      <a:stretch>
                        <a:fillRect/>
                      </a:stretch>
                    </p:blipFill>
                    <p:spPr>
                      <a:xfrm>
                        <a:off x="2640876" y="3120915"/>
                        <a:ext cx="436245" cy="590550"/>
                      </a:xfrm>
                      <a:prstGeom prst="rect">
                        <a:avLst/>
                      </a:prstGeom>
                    </p:spPr>
                  </p:pic>
                </p:oleObj>
              </mc:Fallback>
            </mc:AlternateContent>
          </a:graphicData>
        </a:graphic>
      </p:graphicFrame>
      <p:sp>
        <p:nvSpPr>
          <p:cNvPr id="6" name="Google Shape;75;p15">
            <a:extLst>
              <a:ext uri="{FF2B5EF4-FFF2-40B4-BE49-F238E27FC236}">
                <a16:creationId xmlns:a16="http://schemas.microsoft.com/office/drawing/2014/main" id="{CE3D5268-2550-503D-742F-391C90814C8F}"/>
              </a:ext>
            </a:extLst>
          </p:cNvPr>
          <p:cNvSpPr txBox="1"/>
          <p:nvPr/>
        </p:nvSpPr>
        <p:spPr>
          <a:xfrm>
            <a:off x="88831" y="1364265"/>
            <a:ext cx="5692077" cy="351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b="1" dirty="0">
                <a:solidFill>
                  <a:schemeClr val="dk1"/>
                </a:solidFill>
                <a:latin typeface="Host Grotesk" panose="020B0504030402000203" pitchFamily="34" charset="0"/>
                <a:ea typeface="Rubik"/>
                <a:cs typeface="Rubik"/>
                <a:sym typeface="Rubik"/>
              </a:rPr>
              <a:t>Etika –</a:t>
            </a:r>
            <a:r>
              <a:rPr lang="en" sz="2200" dirty="0">
                <a:solidFill>
                  <a:schemeClr val="dk1"/>
                </a:solidFill>
                <a:latin typeface="Host Grotesk" panose="020B0504030402000203" pitchFamily="34" charset="0"/>
                <a:ea typeface="Rubik"/>
                <a:cs typeface="Rubik"/>
                <a:sym typeface="Rubik"/>
              </a:rPr>
              <a:t> bu nima to’g’ri va nima noto’g’riligini aniqlashda yordam beradigan qoidalar to’plami. Bu insonlar o’z harakatlarida adolat, hurmat va mehr-oqibatni ta’minlash uchun o’zini qanday tutishni ko’rsatadi. </a:t>
            </a:r>
            <a:endParaRPr sz="2200" dirty="0">
              <a:solidFill>
                <a:schemeClr val="dk1"/>
              </a:solidFill>
              <a:latin typeface="Host Grotesk" panose="020B0504030402000203" pitchFamily="34" charset="0"/>
              <a:ea typeface="Rubik"/>
              <a:cs typeface="Rubik"/>
              <a:sym typeface="Rubik"/>
            </a:endParaRPr>
          </a:p>
          <a:p>
            <a:pPr marL="0" lvl="0" indent="0" algn="l" rtl="0">
              <a:spcBef>
                <a:spcPts val="0"/>
              </a:spcBef>
              <a:spcAft>
                <a:spcPts val="0"/>
              </a:spcAft>
              <a:buNone/>
            </a:pPr>
            <a:endParaRPr sz="2200" dirty="0">
              <a:solidFill>
                <a:schemeClr val="dk1"/>
              </a:solidFill>
              <a:latin typeface="Host Grotesk" panose="020B0504030402000203" pitchFamily="34" charset="0"/>
              <a:ea typeface="Rubik"/>
              <a:cs typeface="Rubik"/>
              <a:sym typeface="Rubik"/>
            </a:endParaRPr>
          </a:p>
          <a:p>
            <a:pPr marL="457200" lvl="0" indent="-368300" algn="l" rtl="0">
              <a:spcBef>
                <a:spcPts val="0"/>
              </a:spcBef>
              <a:spcAft>
                <a:spcPts val="0"/>
              </a:spcAft>
              <a:buClr>
                <a:schemeClr val="dk1"/>
              </a:buClr>
              <a:buSzPts val="2200"/>
              <a:buFont typeface="Rubik"/>
              <a:buChar char="●"/>
            </a:pPr>
            <a:r>
              <a:rPr lang="en-US" sz="2200" dirty="0">
                <a:solidFill>
                  <a:schemeClr val="dk1"/>
                </a:solidFill>
                <a:latin typeface="Host Grotesk" panose="020B0504030402000203" pitchFamily="34" charset="0"/>
                <a:ea typeface="Rubik"/>
                <a:cs typeface="Rubik"/>
                <a:sym typeface="Rubik"/>
              </a:rPr>
              <a:t>Agar </a:t>
            </a:r>
            <a:r>
              <a:rPr lang="en-US" sz="2200" dirty="0" err="1">
                <a:solidFill>
                  <a:schemeClr val="dk1"/>
                </a:solidFill>
                <a:latin typeface="Host Grotesk" panose="020B0504030402000203" pitchFamily="34" charset="0"/>
                <a:ea typeface="Rubik"/>
                <a:cs typeface="Rubik"/>
                <a:sym typeface="Rubik"/>
              </a:rPr>
              <a:t>yo’qolgan</a:t>
            </a:r>
            <a:r>
              <a:rPr lang="en-US" sz="2200" dirty="0">
                <a:solidFill>
                  <a:schemeClr val="dk1"/>
                </a:solidFill>
                <a:latin typeface="Host Grotesk" panose="020B0504030402000203" pitchFamily="34" charset="0"/>
                <a:ea typeface="Rubik"/>
                <a:cs typeface="Rubik"/>
                <a:sym typeface="Rubik"/>
              </a:rPr>
              <a:t> </a:t>
            </a:r>
            <a:r>
              <a:rPr lang="en-US" sz="2200" dirty="0" err="1">
                <a:solidFill>
                  <a:schemeClr val="dk1"/>
                </a:solidFill>
                <a:latin typeface="Host Grotesk" panose="020B0504030402000203" pitchFamily="34" charset="0"/>
                <a:ea typeface="Rubik"/>
                <a:cs typeface="Rubik"/>
                <a:sym typeface="Rubik"/>
              </a:rPr>
              <a:t>hamyonni</a:t>
            </a:r>
            <a:r>
              <a:rPr lang="en-US" sz="2200" dirty="0">
                <a:solidFill>
                  <a:schemeClr val="dk1"/>
                </a:solidFill>
                <a:latin typeface="Host Grotesk" panose="020B0504030402000203" pitchFamily="34" charset="0"/>
                <a:ea typeface="Rubik"/>
                <a:cs typeface="Rubik"/>
                <a:sym typeface="Rubik"/>
              </a:rPr>
              <a:t> </a:t>
            </a:r>
            <a:r>
              <a:rPr lang="en-US" sz="2200" dirty="0" err="1">
                <a:solidFill>
                  <a:schemeClr val="dk1"/>
                </a:solidFill>
                <a:latin typeface="Host Grotesk" panose="020B0504030402000203" pitchFamily="34" charset="0"/>
                <a:ea typeface="Rubik"/>
                <a:cs typeface="Rubik"/>
                <a:sym typeface="Rubik"/>
              </a:rPr>
              <a:t>topsangiz</a:t>
            </a:r>
            <a:r>
              <a:rPr lang="en-US" sz="2200" dirty="0">
                <a:solidFill>
                  <a:schemeClr val="dk1"/>
                </a:solidFill>
                <a:latin typeface="Host Grotesk" panose="020B0504030402000203" pitchFamily="34" charset="0"/>
                <a:ea typeface="Rubik"/>
                <a:cs typeface="Rubik"/>
                <a:sym typeface="Rubik"/>
              </a:rPr>
              <a:t> </a:t>
            </a:r>
            <a:r>
              <a:rPr lang="en-US" sz="2200" dirty="0" err="1">
                <a:solidFill>
                  <a:schemeClr val="dk1"/>
                </a:solidFill>
                <a:latin typeface="Host Grotesk" panose="020B0504030402000203" pitchFamily="34" charset="0"/>
                <a:ea typeface="Rubik"/>
                <a:cs typeface="Rubik"/>
                <a:sym typeface="Rubik"/>
              </a:rPr>
              <a:t>nima</a:t>
            </a:r>
            <a:r>
              <a:rPr lang="en-US" sz="2200" dirty="0">
                <a:solidFill>
                  <a:schemeClr val="dk1"/>
                </a:solidFill>
                <a:latin typeface="Host Grotesk" panose="020B0504030402000203" pitchFamily="34" charset="0"/>
                <a:ea typeface="Rubik"/>
                <a:cs typeface="Rubik"/>
                <a:sym typeface="Rubik"/>
              </a:rPr>
              <a:t> </a:t>
            </a:r>
            <a:r>
              <a:rPr lang="en-US" sz="2200" dirty="0" err="1">
                <a:solidFill>
                  <a:schemeClr val="dk1"/>
                </a:solidFill>
                <a:latin typeface="Host Grotesk" panose="020B0504030402000203" pitchFamily="34" charset="0"/>
                <a:ea typeface="Rubik"/>
                <a:cs typeface="Rubik"/>
                <a:sym typeface="Rubik"/>
              </a:rPr>
              <a:t>qilgan</a:t>
            </a:r>
            <a:r>
              <a:rPr lang="en-US" sz="2200" dirty="0">
                <a:solidFill>
                  <a:schemeClr val="dk1"/>
                </a:solidFill>
                <a:latin typeface="Host Grotesk" panose="020B0504030402000203" pitchFamily="34" charset="0"/>
                <a:ea typeface="Rubik"/>
                <a:cs typeface="Rubik"/>
                <a:sym typeface="Rubik"/>
              </a:rPr>
              <a:t> </a:t>
            </a:r>
            <a:r>
              <a:rPr lang="en-US" sz="2200" dirty="0" err="1">
                <a:solidFill>
                  <a:schemeClr val="dk1"/>
                </a:solidFill>
                <a:latin typeface="Host Grotesk" panose="020B0504030402000203" pitchFamily="34" charset="0"/>
                <a:ea typeface="Rubik"/>
                <a:cs typeface="Rubik"/>
                <a:sym typeface="Rubik"/>
              </a:rPr>
              <a:t>bo’lardingiz</a:t>
            </a:r>
            <a:r>
              <a:rPr lang="en-US" sz="2200" dirty="0">
                <a:solidFill>
                  <a:schemeClr val="dk1"/>
                </a:solidFill>
                <a:latin typeface="Host Grotesk" panose="020B0504030402000203" pitchFamily="34" charset="0"/>
                <a:ea typeface="Rubik"/>
                <a:cs typeface="Rubik"/>
                <a:sym typeface="Rubik"/>
              </a:rPr>
              <a:t>? </a:t>
            </a:r>
          </a:p>
          <a:p>
            <a:pPr marL="88900" lvl="0" algn="l" rtl="0">
              <a:spcBef>
                <a:spcPts val="0"/>
              </a:spcBef>
              <a:spcAft>
                <a:spcPts val="0"/>
              </a:spcAft>
              <a:buClr>
                <a:schemeClr val="dk1"/>
              </a:buClr>
              <a:buSzPts val="2200"/>
            </a:pPr>
            <a:r>
              <a:rPr lang="en" sz="2200" dirty="0">
                <a:solidFill>
                  <a:schemeClr val="dk1"/>
                </a:solidFill>
                <a:latin typeface="Host Grotesk" panose="020B0504030402000203" pitchFamily="34" charset="0"/>
                <a:ea typeface="Rubik"/>
                <a:cs typeface="Rubik"/>
                <a:sym typeface="Rubik"/>
              </a:rPr>
              <a:t>Hech kim da’vo qilmasa nima bo’ladi?</a:t>
            </a:r>
            <a:endParaRPr sz="2200" dirty="0">
              <a:solidFill>
                <a:schemeClr val="dk1"/>
              </a:solidFill>
              <a:latin typeface="Host Grotesk" panose="020B0504030402000203" pitchFamily="34" charset="0"/>
              <a:ea typeface="Rubik"/>
              <a:cs typeface="Rubik"/>
              <a:sym typeface="Rubik"/>
            </a:endParaRPr>
          </a:p>
        </p:txBody>
      </p:sp>
      <p:sp>
        <p:nvSpPr>
          <p:cNvPr id="9" name="TextBox 8">
            <a:extLst>
              <a:ext uri="{FF2B5EF4-FFF2-40B4-BE49-F238E27FC236}">
                <a16:creationId xmlns:a16="http://schemas.microsoft.com/office/drawing/2014/main" id="{C2AB671A-C90E-2719-B554-E037DCE34E1A}"/>
              </a:ext>
            </a:extLst>
          </p:cNvPr>
          <p:cNvSpPr txBox="1"/>
          <p:nvPr/>
        </p:nvSpPr>
        <p:spPr>
          <a:xfrm>
            <a:off x="6867140" y="4452580"/>
            <a:ext cx="2188029" cy="523220"/>
          </a:xfrm>
          <a:prstGeom prst="rect">
            <a:avLst/>
          </a:prstGeom>
          <a:noFill/>
        </p:spPr>
        <p:txBody>
          <a:bodyPr wrap="square">
            <a:spAutoFit/>
          </a:bodyPr>
          <a:lstStyle/>
          <a:p>
            <a:pPr marL="0" lvl="0" indent="0" algn="l" rtl="0">
              <a:spcBef>
                <a:spcPts val="0"/>
              </a:spcBef>
              <a:spcAft>
                <a:spcPts val="0"/>
              </a:spcAft>
              <a:buNone/>
            </a:pPr>
            <a:r>
              <a:rPr lang="en-US" sz="1400" b="1" dirty="0" err="1">
                <a:solidFill>
                  <a:srgbClr val="00B0F0"/>
                </a:solidFill>
                <a:latin typeface="Host Grotesk" panose="020B0504030402000203" pitchFamily="34" charset="0"/>
                <a:ea typeface="Rubik"/>
                <a:cs typeface="Rubik"/>
                <a:sym typeface="Rubik"/>
              </a:rPr>
              <a:t>Yo’qolgan</a:t>
            </a:r>
            <a:r>
              <a:rPr lang="en-US" sz="1400" b="1" dirty="0">
                <a:solidFill>
                  <a:srgbClr val="00B0F0"/>
                </a:solidFill>
                <a:latin typeface="Host Grotesk" panose="020B0504030402000203" pitchFamily="34" charset="0"/>
                <a:ea typeface="Rubik"/>
                <a:cs typeface="Rubik"/>
                <a:sym typeface="Rubik"/>
              </a:rPr>
              <a:t> </a:t>
            </a:r>
            <a:r>
              <a:rPr lang="en-US" sz="1400" b="1" dirty="0" err="1">
                <a:solidFill>
                  <a:srgbClr val="00B0F0"/>
                </a:solidFill>
                <a:latin typeface="Host Grotesk" panose="020B0504030402000203" pitchFamily="34" charset="0"/>
                <a:ea typeface="Rubik"/>
                <a:cs typeface="Rubik"/>
                <a:sym typeface="Rubik"/>
              </a:rPr>
              <a:t>hamyonni</a:t>
            </a:r>
            <a:r>
              <a:rPr lang="en-US" sz="1400" b="1" dirty="0">
                <a:solidFill>
                  <a:srgbClr val="00B0F0"/>
                </a:solidFill>
                <a:latin typeface="Host Grotesk" panose="020B0504030402000203" pitchFamily="34" charset="0"/>
                <a:ea typeface="Rubik"/>
                <a:cs typeface="Rubik"/>
                <a:sym typeface="Rubik"/>
              </a:rPr>
              <a:t> </a:t>
            </a:r>
            <a:r>
              <a:rPr lang="en-US" sz="1400" b="1" dirty="0" err="1">
                <a:solidFill>
                  <a:srgbClr val="00B0F0"/>
                </a:solidFill>
                <a:latin typeface="Host Grotesk" panose="020B0504030402000203" pitchFamily="34" charset="0"/>
                <a:ea typeface="Rubik"/>
                <a:cs typeface="Rubik"/>
                <a:sym typeface="Rubik"/>
              </a:rPr>
              <a:t>qaytarish</a:t>
            </a:r>
            <a:endParaRPr lang="en-US" sz="1400" b="1" dirty="0">
              <a:solidFill>
                <a:srgbClr val="00B0F0"/>
              </a:solidFill>
              <a:latin typeface="Host Grotesk" panose="020B0504030402000203" pitchFamily="34" charset="0"/>
              <a:ea typeface="Rubik"/>
              <a:cs typeface="Rubik"/>
              <a:sym typeface="Rubik"/>
            </a:endParaRPr>
          </a:p>
        </p:txBody>
      </p:sp>
    </p:spTree>
    <p:extLst>
      <p:ext uri="{BB962C8B-B14F-4D97-AF65-F5344CB8AC3E}">
        <p14:creationId xmlns:p14="http://schemas.microsoft.com/office/powerpoint/2010/main" val="20010178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altLang="ru-RU" dirty="0"/>
              <a:t> </a:t>
            </a:r>
          </a:p>
        </p:txBody>
      </p:sp>
      <p:sp>
        <p:nvSpPr>
          <p:cNvPr id="3" name="Замещающее содержимое 2"/>
          <p:cNvSpPr>
            <a:spLocks noGrp="1"/>
          </p:cNvSpPr>
          <p:nvPr>
            <p:ph idx="1"/>
          </p:nvPr>
        </p:nvSpPr>
        <p:spPr>
          <a:xfrm>
            <a:off x="1703761" y="1897775"/>
            <a:ext cx="6017480" cy="704456"/>
          </a:xfrm>
        </p:spPr>
        <p:txBody>
          <a:bodyPr>
            <a:noAutofit/>
          </a:bodyPr>
          <a:lstStyle/>
          <a:p>
            <a:pPr marL="114300" indent="0" algn="ctr">
              <a:buNone/>
            </a:pPr>
            <a:r>
              <a:rPr lang="en" sz="3600" b="1" dirty="0">
                <a:solidFill>
                  <a:schemeClr val="tx1"/>
                </a:solidFill>
                <a:latin typeface="Host Grotesk" panose="020B0504030402000203" pitchFamily="34" charset="0"/>
                <a:ea typeface="Bitter"/>
                <a:cs typeface="Bitter"/>
                <a:sym typeface="Bitter"/>
              </a:rPr>
              <a:t> S</a:t>
            </a:r>
            <a:r>
              <a:rPr lang="uz-Latn-UZ" sz="3600" b="1" dirty="0">
                <a:solidFill>
                  <a:schemeClr val="tx1"/>
                </a:solidFill>
                <a:latin typeface="Host Grotesk" panose="020B0504030402000203" pitchFamily="34" charset="0"/>
                <a:ea typeface="Bitter"/>
                <a:cs typeface="Bitter"/>
                <a:sym typeface="Bitter"/>
              </a:rPr>
              <a:t>iʼ</a:t>
            </a:r>
            <a:r>
              <a:rPr lang="en" sz="3600" b="1" dirty="0">
                <a:solidFill>
                  <a:schemeClr val="tx1"/>
                </a:solidFill>
                <a:latin typeface="Host Grotesk" panose="020B0504030402000203" pitchFamily="34" charset="0"/>
                <a:ea typeface="Bitter"/>
                <a:cs typeface="Bitter"/>
                <a:sym typeface="Bitter"/>
              </a:rPr>
              <a:t>dan </a:t>
            </a:r>
            <a:r>
              <a:rPr lang="uz-Latn-UZ" sz="3600" b="1" dirty="0">
                <a:solidFill>
                  <a:schemeClr val="tx1"/>
                </a:solidFill>
                <a:latin typeface="Host Grotesk" panose="020B0504030402000203" pitchFamily="34" charset="0"/>
                <a:ea typeface="Bitter"/>
                <a:cs typeface="Bitter"/>
                <a:sym typeface="Bitter"/>
              </a:rPr>
              <a:t>axloqiy jihatdan toʻgʻri</a:t>
            </a:r>
            <a:r>
              <a:rPr lang="en" sz="3600" b="1" dirty="0">
                <a:solidFill>
                  <a:schemeClr val="tx1"/>
                </a:solidFill>
                <a:latin typeface="Host Grotesk" panose="020B0504030402000203" pitchFamily="34" charset="0"/>
                <a:ea typeface="Bitter"/>
                <a:cs typeface="Bitter"/>
                <a:sym typeface="Bitter"/>
              </a:rPr>
              <a:t> foydalanish</a:t>
            </a:r>
            <a:endParaRPr lang="en-US" sz="2000" dirty="0">
              <a:solidFill>
                <a:schemeClr val="tx1"/>
              </a:solidFill>
              <a:latin typeface="Host Grotesk" panose="020B0504030402000203" pitchFamily="34" charset="0"/>
            </a:endParaRPr>
          </a:p>
        </p:txBody>
      </p:sp>
      <p:pic>
        <p:nvPicPr>
          <p:cNvPr id="5" name="Picture 4" descr="A logo on a black background&#10;&#10;Description automatically generated">
            <a:extLst>
              <a:ext uri="{FF2B5EF4-FFF2-40B4-BE49-F238E27FC236}">
                <a16:creationId xmlns:a16="http://schemas.microsoft.com/office/drawing/2014/main" id="{BAE106D4-157A-C84A-46B9-0339A7A963DE}"/>
              </a:ext>
            </a:extLst>
          </p:cNvPr>
          <p:cNvPicPr>
            <a:picLocks noChangeAspect="1"/>
          </p:cNvPicPr>
          <p:nvPr/>
        </p:nvPicPr>
        <p:blipFill>
          <a:blip r:embed="rId2" cstate="print">
            <a:extLst>
              <a:ext uri="{28A0092B-C50C-407E-A947-70E740481C1C}">
                <a14:useLocalDpi xmlns:a14="http://schemas.microsoft.com/office/drawing/2010/main" val="0"/>
              </a:ext>
            </a:extLst>
          </a:blip>
          <a:srcRect l="17966" t="41761" r="13807" b="41509"/>
          <a:stretch/>
        </p:blipFill>
        <p:spPr>
          <a:xfrm>
            <a:off x="485775" y="434278"/>
            <a:ext cx="1441011" cy="353337"/>
          </a:xfrm>
          <a:prstGeom prst="rect">
            <a:avLst/>
          </a:prstGeom>
        </p:spPr>
      </p:pic>
      <p:sp>
        <p:nvSpPr>
          <p:cNvPr id="11" name="Прямоугольник 7"/>
          <p:cNvSpPr/>
          <p:nvPr/>
        </p:nvSpPr>
        <p:spPr>
          <a:xfrm>
            <a:off x="0" y="3306687"/>
            <a:ext cx="9144000" cy="1836813"/>
          </a:xfrm>
          <a:prstGeom prst="rect">
            <a:avLst/>
          </a:prstGeom>
          <a:solidFill>
            <a:srgbClr val="4AC0F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ru-RU" altLang="en-US" sz="1800" b="1" dirty="0">
              <a:solidFill>
                <a:schemeClr val="bg1"/>
              </a:solidFill>
              <a:latin typeface="Century Gothic" panose="020B0502020202020204" pitchFamily="34" charset="0"/>
            </a:endParaRPr>
          </a:p>
        </p:txBody>
      </p:sp>
      <p:pic>
        <p:nvPicPr>
          <p:cNvPr id="8" name="Picture 7" descr="A sword and scales of justice&#10;&#10;Description automatically generated">
            <a:extLst>
              <a:ext uri="{FF2B5EF4-FFF2-40B4-BE49-F238E27FC236}">
                <a16:creationId xmlns:a16="http://schemas.microsoft.com/office/drawing/2014/main" id="{20757D15-8406-75FA-D505-935DF7990B37}"/>
              </a:ext>
            </a:extLst>
          </p:cNvPr>
          <p:cNvPicPr>
            <a:picLocks noChangeAspect="1"/>
          </p:cNvPicPr>
          <p:nvPr/>
        </p:nvPicPr>
        <p:blipFill>
          <a:blip r:embed="rId3"/>
          <a:stretch>
            <a:fillRect/>
          </a:stretch>
        </p:blipFill>
        <p:spPr>
          <a:xfrm>
            <a:off x="7459722" y="176806"/>
            <a:ext cx="1500596" cy="1500596"/>
          </a:xfrm>
          <a:prstGeom prst="rect">
            <a:avLst/>
          </a:prstGeom>
        </p:spPr>
      </p:pic>
      <p:pic>
        <p:nvPicPr>
          <p:cNvPr id="9" name="Picture 8" descr="A yellow star on a black background&#10;&#10;Description automatically generated">
            <a:extLst>
              <a:ext uri="{FF2B5EF4-FFF2-40B4-BE49-F238E27FC236}">
                <a16:creationId xmlns:a16="http://schemas.microsoft.com/office/drawing/2014/main" id="{EA3CCFD4-FD09-39DB-B9B9-C553274B69A4}"/>
              </a:ext>
            </a:extLst>
          </p:cNvPr>
          <p:cNvPicPr>
            <a:picLocks noChangeAspect="1"/>
          </p:cNvPicPr>
          <p:nvPr/>
        </p:nvPicPr>
        <p:blipFill>
          <a:blip r:embed="rId4"/>
          <a:stretch>
            <a:fillRect/>
          </a:stretch>
        </p:blipFill>
        <p:spPr>
          <a:xfrm>
            <a:off x="1560302" y="49145"/>
            <a:ext cx="628654" cy="628654"/>
          </a:xfrm>
          <a:prstGeom prst="rect">
            <a:avLst/>
          </a:prstGeom>
        </p:spPr>
      </p:pic>
      <p:graphicFrame>
        <p:nvGraphicFramePr>
          <p:cNvPr id="14" name="Объект 7">
            <a:extLst>
              <a:ext uri="{FF2B5EF4-FFF2-40B4-BE49-F238E27FC236}">
                <a16:creationId xmlns:a16="http://schemas.microsoft.com/office/drawing/2014/main" id="{EA71442E-7379-D102-D9A2-4C5A459AB2B9}"/>
              </a:ext>
            </a:extLst>
          </p:cNvPr>
          <p:cNvGraphicFramePr/>
          <p:nvPr/>
        </p:nvGraphicFramePr>
        <p:xfrm>
          <a:off x="1708663" y="2306956"/>
          <a:ext cx="436245" cy="590550"/>
        </p:xfrm>
        <a:graphic>
          <a:graphicData uri="http://schemas.openxmlformats.org/presentationml/2006/ole">
            <mc:AlternateContent xmlns:mc="http://schemas.openxmlformats.org/markup-compatibility/2006">
              <mc:Choice xmlns:v="urn:schemas-microsoft-com:vml" Requires="v">
                <p:oleObj r:id="rId5" imgW="469900" imgH="624840" progId="CorelDraw.Graphic.25">
                  <p:embed/>
                </p:oleObj>
              </mc:Choice>
              <mc:Fallback>
                <p:oleObj r:id="rId5" imgW="469900" imgH="624840" progId="CorelDraw.Graphic.25">
                  <p:embed/>
                  <p:pic>
                    <p:nvPicPr>
                      <p:cNvPr id="14" name="Объект 7">
                        <a:extLst>
                          <a:ext uri="{FF2B5EF4-FFF2-40B4-BE49-F238E27FC236}">
                            <a16:creationId xmlns:a16="http://schemas.microsoft.com/office/drawing/2014/main" id="{EA71442E-7379-D102-D9A2-4C5A459AB2B9}"/>
                          </a:ext>
                        </a:extLst>
                      </p:cNvPr>
                      <p:cNvPicPr/>
                      <p:nvPr/>
                    </p:nvPicPr>
                    <p:blipFill>
                      <a:blip r:embed="rId6"/>
                      <a:stretch>
                        <a:fillRect/>
                      </a:stretch>
                    </p:blipFill>
                    <p:spPr>
                      <a:xfrm>
                        <a:off x="1708663" y="2306956"/>
                        <a:ext cx="436245" cy="590550"/>
                      </a:xfrm>
                      <a:prstGeom prst="rect">
                        <a:avLst/>
                      </a:prstGeom>
                    </p:spPr>
                  </p:pic>
                </p:oleObj>
              </mc:Fallback>
            </mc:AlternateContent>
          </a:graphicData>
        </a:graphic>
      </p:graphicFrame>
      <p:graphicFrame>
        <p:nvGraphicFramePr>
          <p:cNvPr id="15" name="Объект 13">
            <a:extLst>
              <a:ext uri="{FF2B5EF4-FFF2-40B4-BE49-F238E27FC236}">
                <a16:creationId xmlns:a16="http://schemas.microsoft.com/office/drawing/2014/main" id="{1D41705B-2A2E-C5A1-3E8C-F70818E209C1}"/>
              </a:ext>
            </a:extLst>
          </p:cNvPr>
          <p:cNvGraphicFramePr/>
          <p:nvPr>
            <p:extLst>
              <p:ext uri="{D42A27DB-BD31-4B8C-83A1-F6EECF244321}">
                <p14:modId xmlns:p14="http://schemas.microsoft.com/office/powerpoint/2010/main" val="1135918356"/>
              </p:ext>
            </p:extLst>
          </p:nvPr>
        </p:nvGraphicFramePr>
        <p:xfrm>
          <a:off x="6126284" y="1546728"/>
          <a:ext cx="639445" cy="599440"/>
        </p:xfrm>
        <a:graphic>
          <a:graphicData uri="http://schemas.openxmlformats.org/presentationml/2006/ole">
            <mc:AlternateContent xmlns:mc="http://schemas.openxmlformats.org/markup-compatibility/2006">
              <mc:Choice xmlns:v="urn:schemas-microsoft-com:vml" Requires="v">
                <p:oleObj r:id="rId7" imgW="663575" imgH="618490" progId="CorelDraw.Graphic.25">
                  <p:embed/>
                </p:oleObj>
              </mc:Choice>
              <mc:Fallback>
                <p:oleObj r:id="rId7" imgW="663575" imgH="618490" progId="CorelDraw.Graphic.25">
                  <p:embed/>
                  <p:pic>
                    <p:nvPicPr>
                      <p:cNvPr id="15" name="Объект 13">
                        <a:extLst>
                          <a:ext uri="{FF2B5EF4-FFF2-40B4-BE49-F238E27FC236}">
                            <a16:creationId xmlns:a16="http://schemas.microsoft.com/office/drawing/2014/main" id="{1D41705B-2A2E-C5A1-3E8C-F70818E209C1}"/>
                          </a:ext>
                        </a:extLst>
                      </p:cNvPr>
                      <p:cNvPicPr/>
                      <p:nvPr/>
                    </p:nvPicPr>
                    <p:blipFill>
                      <a:blip r:embed="rId8"/>
                      <a:stretch>
                        <a:fillRect/>
                      </a:stretch>
                    </p:blipFill>
                    <p:spPr>
                      <a:xfrm>
                        <a:off x="6126284" y="1546728"/>
                        <a:ext cx="639445" cy="599440"/>
                      </a:xfrm>
                      <a:prstGeom prst="rect">
                        <a:avLst/>
                      </a:prstGeom>
                    </p:spPr>
                  </p:pic>
                </p:oleObj>
              </mc:Fallback>
            </mc:AlternateContent>
          </a:graphicData>
        </a:graphic>
      </p:graphicFrame>
    </p:spTree>
    <p:extLst>
      <p:ext uri="{BB962C8B-B14F-4D97-AF65-F5344CB8AC3E}">
        <p14:creationId xmlns:p14="http://schemas.microsoft.com/office/powerpoint/2010/main" val="1543277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7"/>
          <p:cNvSpPr txBox="1">
            <a:spLocks noGrp="1"/>
          </p:cNvSpPr>
          <p:nvPr>
            <p:ph type="title"/>
          </p:nvPr>
        </p:nvSpPr>
        <p:spPr>
          <a:xfrm>
            <a:off x="485775" y="1062932"/>
            <a:ext cx="3555764" cy="3036386"/>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sz="3377" dirty="0">
                <a:solidFill>
                  <a:schemeClr val="tx1"/>
                </a:solidFill>
                <a:latin typeface="Host Grotesk" panose="020B0504030402000203" pitchFamily="34" charset="0"/>
                <a:ea typeface="Rubik"/>
                <a:cs typeface="Rubik"/>
                <a:sym typeface="Rubik"/>
              </a:rPr>
              <a:t>Ushbu videoni ko’ring va ish varag’ingizning 2-qismida javob bering.</a:t>
            </a:r>
            <a:endParaRPr sz="3377" dirty="0">
              <a:solidFill>
                <a:schemeClr val="tx1"/>
              </a:solidFill>
              <a:latin typeface="Host Grotesk" panose="020B0504030402000203" pitchFamily="34" charset="0"/>
              <a:ea typeface="Rubik"/>
              <a:cs typeface="Rubik"/>
              <a:sym typeface="Rubik"/>
            </a:endParaRPr>
          </a:p>
        </p:txBody>
      </p:sp>
      <p:pic>
        <p:nvPicPr>
          <p:cNvPr id="91" name="Google Shape;91;p17" descr="How do we harness the potential of AI while ensuring that they do not exacerbate existing inequalities and biases, or even create new ones? Some ethical principles seem to be universally agreed such as privacy, equality, inclusion. However, how can we translate such principles into actual practices?&#10;&#10;The fifth of the series of the videos on the ethics of AI, entitled “Challenges and Governance”, that provides an overview of current trends in regulating AI in different regions and discusses the key ethical issues to establishing fair and inclusive regulatory systems at the global level, is now available with English, French, Japanese and other languages subtitles." title="Ethics of AI: Challenges and Governance">
            <a:hlinkClick r:id="rId3"/>
          </p:cNvPr>
          <p:cNvPicPr preferRelativeResize="0"/>
          <p:nvPr/>
        </p:nvPicPr>
        <p:blipFill>
          <a:blip r:embed="rId4">
            <a:alphaModFix/>
          </a:blip>
          <a:stretch>
            <a:fillRect/>
          </a:stretch>
        </p:blipFill>
        <p:spPr>
          <a:xfrm>
            <a:off x="4056017" y="868125"/>
            <a:ext cx="4717008" cy="3318521"/>
          </a:xfrm>
          <a:prstGeom prst="rect">
            <a:avLst/>
          </a:prstGeom>
          <a:noFill/>
          <a:ln>
            <a:noFill/>
          </a:ln>
        </p:spPr>
      </p:pic>
      <p:sp>
        <p:nvSpPr>
          <p:cNvPr id="2" name="Прямоугольник 7">
            <a:extLst>
              <a:ext uri="{FF2B5EF4-FFF2-40B4-BE49-F238E27FC236}">
                <a16:creationId xmlns:a16="http://schemas.microsoft.com/office/drawing/2014/main" id="{A286FC38-7934-AA2A-F9C7-8F99B49C2F53}"/>
              </a:ext>
            </a:extLst>
          </p:cNvPr>
          <p:cNvSpPr/>
          <p:nvPr/>
        </p:nvSpPr>
        <p:spPr>
          <a:xfrm>
            <a:off x="0" y="4331621"/>
            <a:ext cx="9144000" cy="811879"/>
          </a:xfrm>
          <a:prstGeom prst="rect">
            <a:avLst/>
          </a:prstGeom>
          <a:solidFill>
            <a:srgbClr val="4AC0F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ru-RU" altLang="en-US" sz="1800" b="1" dirty="0">
              <a:solidFill>
                <a:schemeClr val="bg1"/>
              </a:solidFill>
              <a:latin typeface="Century Gothic" panose="020B0502020202020204" pitchFamily="34" charset="0"/>
            </a:endParaRPr>
          </a:p>
        </p:txBody>
      </p:sp>
      <p:pic>
        <p:nvPicPr>
          <p:cNvPr id="3" name="Picture 2" descr="A logo on a black background&#10;&#10;Description automatically generated">
            <a:extLst>
              <a:ext uri="{FF2B5EF4-FFF2-40B4-BE49-F238E27FC236}">
                <a16:creationId xmlns:a16="http://schemas.microsoft.com/office/drawing/2014/main" id="{376649A8-12AE-CB5F-24CA-5F02BDAF40AC}"/>
              </a:ext>
            </a:extLst>
          </p:cNvPr>
          <p:cNvPicPr>
            <a:picLocks noChangeAspect="1"/>
          </p:cNvPicPr>
          <p:nvPr/>
        </p:nvPicPr>
        <p:blipFill>
          <a:blip r:embed="rId5" cstate="print">
            <a:extLst>
              <a:ext uri="{28A0092B-C50C-407E-A947-70E740481C1C}">
                <a14:useLocalDpi xmlns:a14="http://schemas.microsoft.com/office/drawing/2010/main" val="0"/>
              </a:ext>
            </a:extLst>
          </a:blip>
          <a:srcRect l="17966" t="41761" r="13807" b="41509"/>
          <a:stretch/>
        </p:blipFill>
        <p:spPr>
          <a:xfrm>
            <a:off x="485775" y="434278"/>
            <a:ext cx="1441011" cy="353337"/>
          </a:xfrm>
          <a:prstGeom prst="rect">
            <a:avLst/>
          </a:prstGeom>
        </p:spPr>
      </p:pic>
      <p:pic>
        <p:nvPicPr>
          <p:cNvPr id="4" name="Picture 3" descr="A yellow star on a black background&#10;&#10;Description automatically generated">
            <a:extLst>
              <a:ext uri="{FF2B5EF4-FFF2-40B4-BE49-F238E27FC236}">
                <a16:creationId xmlns:a16="http://schemas.microsoft.com/office/drawing/2014/main" id="{0991A576-F94D-8669-054B-54E892748B33}"/>
              </a:ext>
            </a:extLst>
          </p:cNvPr>
          <p:cNvPicPr>
            <a:picLocks noChangeAspect="1"/>
          </p:cNvPicPr>
          <p:nvPr/>
        </p:nvPicPr>
        <p:blipFill>
          <a:blip r:embed="rId6"/>
          <a:stretch>
            <a:fillRect/>
          </a:stretch>
        </p:blipFill>
        <p:spPr>
          <a:xfrm>
            <a:off x="1560302" y="49145"/>
            <a:ext cx="628654" cy="628654"/>
          </a:xfrm>
          <a:prstGeom prst="rect">
            <a:avLst/>
          </a:prstGeom>
        </p:spPr>
      </p:pic>
      <p:graphicFrame>
        <p:nvGraphicFramePr>
          <p:cNvPr id="5" name="Объект 7">
            <a:extLst>
              <a:ext uri="{FF2B5EF4-FFF2-40B4-BE49-F238E27FC236}">
                <a16:creationId xmlns:a16="http://schemas.microsoft.com/office/drawing/2014/main" id="{6D8D3001-0840-EC18-E985-CFEFF0C794AC}"/>
              </a:ext>
            </a:extLst>
          </p:cNvPr>
          <p:cNvGraphicFramePr/>
          <p:nvPr>
            <p:extLst>
              <p:ext uri="{D42A27DB-BD31-4B8C-83A1-F6EECF244321}">
                <p14:modId xmlns:p14="http://schemas.microsoft.com/office/powerpoint/2010/main" val="1654678726"/>
              </p:ext>
            </p:extLst>
          </p:nvPr>
        </p:nvGraphicFramePr>
        <p:xfrm>
          <a:off x="3343305" y="787615"/>
          <a:ext cx="436245" cy="590550"/>
        </p:xfrm>
        <a:graphic>
          <a:graphicData uri="http://schemas.openxmlformats.org/presentationml/2006/ole">
            <mc:AlternateContent xmlns:mc="http://schemas.openxmlformats.org/markup-compatibility/2006">
              <mc:Choice xmlns:v="urn:schemas-microsoft-com:vml" Requires="v">
                <p:oleObj r:id="rId7" imgW="469900" imgH="624840" progId="CorelDraw.Graphic.25">
                  <p:embed/>
                </p:oleObj>
              </mc:Choice>
              <mc:Fallback>
                <p:oleObj r:id="rId7" imgW="469900" imgH="624840" progId="CorelDraw.Graphic.25">
                  <p:embed/>
                  <p:pic>
                    <p:nvPicPr>
                      <p:cNvPr id="14" name="Объект 7">
                        <a:extLst>
                          <a:ext uri="{FF2B5EF4-FFF2-40B4-BE49-F238E27FC236}">
                            <a16:creationId xmlns:a16="http://schemas.microsoft.com/office/drawing/2014/main" id="{EA71442E-7379-D102-D9A2-4C5A459AB2B9}"/>
                          </a:ext>
                        </a:extLst>
                      </p:cNvPr>
                      <p:cNvPicPr/>
                      <p:nvPr/>
                    </p:nvPicPr>
                    <p:blipFill>
                      <a:blip r:embed="rId8"/>
                      <a:stretch>
                        <a:fillRect/>
                      </a:stretch>
                    </p:blipFill>
                    <p:spPr>
                      <a:xfrm>
                        <a:off x="3343305" y="787615"/>
                        <a:ext cx="436245" cy="590550"/>
                      </a:xfrm>
                      <a:prstGeom prst="rect">
                        <a:avLst/>
                      </a:prstGeom>
                    </p:spPr>
                  </p:pic>
                </p:oleObj>
              </mc:Fallback>
            </mc:AlternateContent>
          </a:graphicData>
        </a:graphic>
      </p:graphicFrame>
      <p:graphicFrame>
        <p:nvGraphicFramePr>
          <p:cNvPr id="6" name="Объект 13">
            <a:extLst>
              <a:ext uri="{FF2B5EF4-FFF2-40B4-BE49-F238E27FC236}">
                <a16:creationId xmlns:a16="http://schemas.microsoft.com/office/drawing/2014/main" id="{46BBC298-320F-4391-CD63-06C097ACCF80}"/>
              </a:ext>
            </a:extLst>
          </p:cNvPr>
          <p:cNvGraphicFramePr/>
          <p:nvPr>
            <p:extLst>
              <p:ext uri="{D42A27DB-BD31-4B8C-83A1-F6EECF244321}">
                <p14:modId xmlns:p14="http://schemas.microsoft.com/office/powerpoint/2010/main" val="3072498279"/>
              </p:ext>
            </p:extLst>
          </p:nvPr>
        </p:nvGraphicFramePr>
        <p:xfrm>
          <a:off x="7857113" y="268685"/>
          <a:ext cx="639445" cy="599440"/>
        </p:xfrm>
        <a:graphic>
          <a:graphicData uri="http://schemas.openxmlformats.org/presentationml/2006/ole">
            <mc:AlternateContent xmlns:mc="http://schemas.openxmlformats.org/markup-compatibility/2006">
              <mc:Choice xmlns:v="urn:schemas-microsoft-com:vml" Requires="v">
                <p:oleObj r:id="rId9" imgW="663575" imgH="618490" progId="CorelDraw.Graphic.25">
                  <p:embed/>
                </p:oleObj>
              </mc:Choice>
              <mc:Fallback>
                <p:oleObj r:id="rId9" imgW="663575" imgH="618490" progId="CorelDraw.Graphic.25">
                  <p:embed/>
                  <p:pic>
                    <p:nvPicPr>
                      <p:cNvPr id="15" name="Объект 13">
                        <a:extLst>
                          <a:ext uri="{FF2B5EF4-FFF2-40B4-BE49-F238E27FC236}">
                            <a16:creationId xmlns:a16="http://schemas.microsoft.com/office/drawing/2014/main" id="{1D41705B-2A2E-C5A1-3E8C-F70818E209C1}"/>
                          </a:ext>
                        </a:extLst>
                      </p:cNvPr>
                      <p:cNvPicPr/>
                      <p:nvPr/>
                    </p:nvPicPr>
                    <p:blipFill>
                      <a:blip r:embed="rId10"/>
                      <a:stretch>
                        <a:fillRect/>
                      </a:stretch>
                    </p:blipFill>
                    <p:spPr>
                      <a:xfrm>
                        <a:off x="7857113" y="268685"/>
                        <a:ext cx="639445" cy="599440"/>
                      </a:xfrm>
                      <a:prstGeom prst="rect">
                        <a:avLst/>
                      </a:prstGeom>
                    </p:spPr>
                  </p:pic>
                </p:oleObj>
              </mc:Fallback>
            </mc:AlternateContent>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altLang="ru-RU"/>
              <a:t> </a:t>
            </a:r>
          </a:p>
        </p:txBody>
      </p:sp>
      <p:sp>
        <p:nvSpPr>
          <p:cNvPr id="3" name="Замещающее содержимое 2"/>
          <p:cNvSpPr>
            <a:spLocks noGrp="1"/>
          </p:cNvSpPr>
          <p:nvPr>
            <p:ph idx="1"/>
          </p:nvPr>
        </p:nvSpPr>
        <p:spPr>
          <a:xfrm>
            <a:off x="1560302" y="1337889"/>
            <a:ext cx="6017480" cy="704456"/>
          </a:xfrm>
        </p:spPr>
        <p:txBody>
          <a:bodyPr>
            <a:noAutofit/>
          </a:bodyPr>
          <a:lstStyle/>
          <a:p>
            <a:pPr marL="114300" indent="0" algn="ctr">
              <a:buNone/>
            </a:pPr>
            <a:r>
              <a:rPr lang="en" sz="3200" b="1" dirty="0">
                <a:solidFill>
                  <a:schemeClr val="tx1"/>
                </a:solidFill>
                <a:latin typeface="Host Grotesk" panose="020B0504030402000203" pitchFamily="34" charset="0"/>
                <a:ea typeface="Bitter"/>
                <a:cs typeface="Bitter"/>
                <a:sym typeface="Bitter"/>
              </a:rPr>
              <a:t> S</a:t>
            </a:r>
            <a:r>
              <a:rPr lang="uz-Latn-UZ" sz="3200" b="1" dirty="0">
                <a:solidFill>
                  <a:schemeClr val="tx1"/>
                </a:solidFill>
                <a:latin typeface="Host Grotesk" panose="020B0504030402000203" pitchFamily="34" charset="0"/>
                <a:ea typeface="Bitter"/>
                <a:cs typeface="Bitter"/>
                <a:sym typeface="Bitter"/>
              </a:rPr>
              <a:t>iʼ</a:t>
            </a:r>
            <a:r>
              <a:rPr lang="en" sz="3200" b="1" dirty="0">
                <a:solidFill>
                  <a:schemeClr val="tx1"/>
                </a:solidFill>
                <a:latin typeface="Host Grotesk" panose="020B0504030402000203" pitchFamily="34" charset="0"/>
                <a:ea typeface="Bitter"/>
                <a:cs typeface="Bitter"/>
                <a:sym typeface="Bitter"/>
              </a:rPr>
              <a:t>dan </a:t>
            </a:r>
            <a:r>
              <a:rPr lang="uz-Latn-UZ" sz="3200" b="1" dirty="0">
                <a:solidFill>
                  <a:schemeClr val="tx1"/>
                </a:solidFill>
                <a:latin typeface="Host Grotesk" panose="020B0504030402000203" pitchFamily="34" charset="0"/>
                <a:ea typeface="Bitter"/>
                <a:cs typeface="Bitter"/>
                <a:sym typeface="Bitter"/>
              </a:rPr>
              <a:t>axloqiy jihatdan toʻgʻri</a:t>
            </a:r>
            <a:r>
              <a:rPr lang="en" sz="3200" b="1" dirty="0">
                <a:solidFill>
                  <a:schemeClr val="tx1"/>
                </a:solidFill>
                <a:latin typeface="Host Grotesk" panose="020B0504030402000203" pitchFamily="34" charset="0"/>
                <a:ea typeface="Bitter"/>
                <a:cs typeface="Bitter"/>
                <a:sym typeface="Bitter"/>
              </a:rPr>
              <a:t> foydalanish: 5 asosiy xavotir</a:t>
            </a:r>
            <a:r>
              <a:rPr lang="uz-Latn-UZ" sz="3200" b="1" dirty="0">
                <a:solidFill>
                  <a:schemeClr val="tx1"/>
                </a:solidFill>
                <a:latin typeface="Host Grotesk" panose="020B0504030402000203" pitchFamily="34" charset="0"/>
                <a:ea typeface="Bitter"/>
                <a:cs typeface="Bitter"/>
                <a:sym typeface="Bitter"/>
              </a:rPr>
              <a:t> yoki </a:t>
            </a:r>
            <a:r>
              <a:rPr lang="en" sz="3200" b="1" dirty="0">
                <a:solidFill>
                  <a:schemeClr val="tx1"/>
                </a:solidFill>
                <a:latin typeface="Host Grotesk" panose="020B0504030402000203" pitchFamily="34" charset="0"/>
                <a:ea typeface="Bitter"/>
                <a:cs typeface="Bitter"/>
                <a:sym typeface="Bitter"/>
              </a:rPr>
              <a:t>muammo</a:t>
            </a:r>
            <a:endParaRPr lang="en-US" sz="3200" dirty="0">
              <a:solidFill>
                <a:schemeClr val="tx1"/>
              </a:solidFill>
              <a:latin typeface="Host Grotesk" panose="020B0504030402000203" pitchFamily="34" charset="0"/>
            </a:endParaRPr>
          </a:p>
        </p:txBody>
      </p:sp>
      <p:pic>
        <p:nvPicPr>
          <p:cNvPr id="5" name="Picture 4" descr="A logo on a black background&#10;&#10;Description automatically generated">
            <a:extLst>
              <a:ext uri="{FF2B5EF4-FFF2-40B4-BE49-F238E27FC236}">
                <a16:creationId xmlns:a16="http://schemas.microsoft.com/office/drawing/2014/main" id="{BAE106D4-157A-C84A-46B9-0339A7A963DE}"/>
              </a:ext>
            </a:extLst>
          </p:cNvPr>
          <p:cNvPicPr>
            <a:picLocks noChangeAspect="1"/>
          </p:cNvPicPr>
          <p:nvPr/>
        </p:nvPicPr>
        <p:blipFill>
          <a:blip r:embed="rId2" cstate="print">
            <a:extLst>
              <a:ext uri="{28A0092B-C50C-407E-A947-70E740481C1C}">
                <a14:useLocalDpi xmlns:a14="http://schemas.microsoft.com/office/drawing/2010/main" val="0"/>
              </a:ext>
            </a:extLst>
          </a:blip>
          <a:srcRect l="17966" t="41761" r="13807" b="41509"/>
          <a:stretch/>
        </p:blipFill>
        <p:spPr>
          <a:xfrm>
            <a:off x="485775" y="434278"/>
            <a:ext cx="1441011" cy="353337"/>
          </a:xfrm>
          <a:prstGeom prst="rect">
            <a:avLst/>
          </a:prstGeom>
        </p:spPr>
      </p:pic>
      <p:sp>
        <p:nvSpPr>
          <p:cNvPr id="11" name="Прямоугольник 7"/>
          <p:cNvSpPr/>
          <p:nvPr/>
        </p:nvSpPr>
        <p:spPr>
          <a:xfrm>
            <a:off x="0" y="3306687"/>
            <a:ext cx="9144000" cy="1836813"/>
          </a:xfrm>
          <a:prstGeom prst="rect">
            <a:avLst/>
          </a:prstGeom>
          <a:solidFill>
            <a:srgbClr val="4AC0F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ru-RU" altLang="en-US" sz="1800" b="1" dirty="0">
              <a:solidFill>
                <a:schemeClr val="bg1"/>
              </a:solidFill>
              <a:latin typeface="Century Gothic" panose="020B0502020202020204" pitchFamily="34" charset="0"/>
            </a:endParaRPr>
          </a:p>
        </p:txBody>
      </p:sp>
      <p:pic>
        <p:nvPicPr>
          <p:cNvPr id="8" name="Picture 7" descr="A sword and scales of justice&#10;&#10;Description automatically generated">
            <a:extLst>
              <a:ext uri="{FF2B5EF4-FFF2-40B4-BE49-F238E27FC236}">
                <a16:creationId xmlns:a16="http://schemas.microsoft.com/office/drawing/2014/main" id="{20757D15-8406-75FA-D505-935DF7990B37}"/>
              </a:ext>
            </a:extLst>
          </p:cNvPr>
          <p:cNvPicPr>
            <a:picLocks noChangeAspect="1"/>
          </p:cNvPicPr>
          <p:nvPr/>
        </p:nvPicPr>
        <p:blipFill>
          <a:blip r:embed="rId3"/>
          <a:stretch>
            <a:fillRect/>
          </a:stretch>
        </p:blipFill>
        <p:spPr>
          <a:xfrm>
            <a:off x="7459722" y="176806"/>
            <a:ext cx="1500596" cy="1500596"/>
          </a:xfrm>
          <a:prstGeom prst="rect">
            <a:avLst/>
          </a:prstGeom>
        </p:spPr>
      </p:pic>
      <p:pic>
        <p:nvPicPr>
          <p:cNvPr id="9" name="Picture 8" descr="A yellow star on a black background&#10;&#10;Description automatically generated">
            <a:extLst>
              <a:ext uri="{FF2B5EF4-FFF2-40B4-BE49-F238E27FC236}">
                <a16:creationId xmlns:a16="http://schemas.microsoft.com/office/drawing/2014/main" id="{EA3CCFD4-FD09-39DB-B9B9-C553274B69A4}"/>
              </a:ext>
            </a:extLst>
          </p:cNvPr>
          <p:cNvPicPr>
            <a:picLocks noChangeAspect="1"/>
          </p:cNvPicPr>
          <p:nvPr/>
        </p:nvPicPr>
        <p:blipFill>
          <a:blip r:embed="rId4"/>
          <a:stretch>
            <a:fillRect/>
          </a:stretch>
        </p:blipFill>
        <p:spPr>
          <a:xfrm>
            <a:off x="1560302" y="49145"/>
            <a:ext cx="628654" cy="628654"/>
          </a:xfrm>
          <a:prstGeom prst="rect">
            <a:avLst/>
          </a:prstGeom>
        </p:spPr>
      </p:pic>
      <p:graphicFrame>
        <p:nvGraphicFramePr>
          <p:cNvPr id="14" name="Объект 7">
            <a:extLst>
              <a:ext uri="{FF2B5EF4-FFF2-40B4-BE49-F238E27FC236}">
                <a16:creationId xmlns:a16="http://schemas.microsoft.com/office/drawing/2014/main" id="{EA71442E-7379-D102-D9A2-4C5A459AB2B9}"/>
              </a:ext>
            </a:extLst>
          </p:cNvPr>
          <p:cNvGraphicFramePr/>
          <p:nvPr>
            <p:extLst>
              <p:ext uri="{D42A27DB-BD31-4B8C-83A1-F6EECF244321}">
                <p14:modId xmlns:p14="http://schemas.microsoft.com/office/powerpoint/2010/main" val="2678282649"/>
              </p:ext>
            </p:extLst>
          </p:nvPr>
        </p:nvGraphicFramePr>
        <p:xfrm>
          <a:off x="1510244" y="2906296"/>
          <a:ext cx="436245" cy="590550"/>
        </p:xfrm>
        <a:graphic>
          <a:graphicData uri="http://schemas.openxmlformats.org/presentationml/2006/ole">
            <mc:AlternateContent xmlns:mc="http://schemas.openxmlformats.org/markup-compatibility/2006">
              <mc:Choice xmlns:v="urn:schemas-microsoft-com:vml" Requires="v">
                <p:oleObj r:id="rId5" imgW="469900" imgH="624840" progId="CorelDraw.Graphic.25">
                  <p:embed/>
                </p:oleObj>
              </mc:Choice>
              <mc:Fallback>
                <p:oleObj r:id="rId5" imgW="469900" imgH="624840" progId="CorelDraw.Graphic.25">
                  <p:embed/>
                  <p:pic>
                    <p:nvPicPr>
                      <p:cNvPr id="14" name="Объект 7">
                        <a:extLst>
                          <a:ext uri="{FF2B5EF4-FFF2-40B4-BE49-F238E27FC236}">
                            <a16:creationId xmlns:a16="http://schemas.microsoft.com/office/drawing/2014/main" id="{EA71442E-7379-D102-D9A2-4C5A459AB2B9}"/>
                          </a:ext>
                        </a:extLst>
                      </p:cNvPr>
                      <p:cNvPicPr/>
                      <p:nvPr/>
                    </p:nvPicPr>
                    <p:blipFill>
                      <a:blip r:embed="rId6"/>
                      <a:stretch>
                        <a:fillRect/>
                      </a:stretch>
                    </p:blipFill>
                    <p:spPr>
                      <a:xfrm>
                        <a:off x="1510244" y="2906296"/>
                        <a:ext cx="436245" cy="590550"/>
                      </a:xfrm>
                      <a:prstGeom prst="rect">
                        <a:avLst/>
                      </a:prstGeom>
                    </p:spPr>
                  </p:pic>
                </p:oleObj>
              </mc:Fallback>
            </mc:AlternateContent>
          </a:graphicData>
        </a:graphic>
      </p:graphicFrame>
      <p:graphicFrame>
        <p:nvGraphicFramePr>
          <p:cNvPr id="15" name="Объект 13">
            <a:extLst>
              <a:ext uri="{FF2B5EF4-FFF2-40B4-BE49-F238E27FC236}">
                <a16:creationId xmlns:a16="http://schemas.microsoft.com/office/drawing/2014/main" id="{1D41705B-2A2E-C5A1-3E8C-F70818E209C1}"/>
              </a:ext>
            </a:extLst>
          </p:cNvPr>
          <p:cNvGraphicFramePr/>
          <p:nvPr>
            <p:extLst>
              <p:ext uri="{D42A27DB-BD31-4B8C-83A1-F6EECF244321}">
                <p14:modId xmlns:p14="http://schemas.microsoft.com/office/powerpoint/2010/main" val="2526430081"/>
              </p:ext>
            </p:extLst>
          </p:nvPr>
        </p:nvGraphicFramePr>
        <p:xfrm>
          <a:off x="6552156" y="997747"/>
          <a:ext cx="639445" cy="599440"/>
        </p:xfrm>
        <a:graphic>
          <a:graphicData uri="http://schemas.openxmlformats.org/presentationml/2006/ole">
            <mc:AlternateContent xmlns:mc="http://schemas.openxmlformats.org/markup-compatibility/2006">
              <mc:Choice xmlns:v="urn:schemas-microsoft-com:vml" Requires="v">
                <p:oleObj r:id="rId7" imgW="663575" imgH="618490" progId="CorelDraw.Graphic.25">
                  <p:embed/>
                </p:oleObj>
              </mc:Choice>
              <mc:Fallback>
                <p:oleObj r:id="rId7" imgW="663575" imgH="618490" progId="CorelDraw.Graphic.25">
                  <p:embed/>
                  <p:pic>
                    <p:nvPicPr>
                      <p:cNvPr id="15" name="Объект 13">
                        <a:extLst>
                          <a:ext uri="{FF2B5EF4-FFF2-40B4-BE49-F238E27FC236}">
                            <a16:creationId xmlns:a16="http://schemas.microsoft.com/office/drawing/2014/main" id="{1D41705B-2A2E-C5A1-3E8C-F70818E209C1}"/>
                          </a:ext>
                        </a:extLst>
                      </p:cNvPr>
                      <p:cNvPicPr/>
                      <p:nvPr/>
                    </p:nvPicPr>
                    <p:blipFill>
                      <a:blip r:embed="rId8"/>
                      <a:stretch>
                        <a:fillRect/>
                      </a:stretch>
                    </p:blipFill>
                    <p:spPr>
                      <a:xfrm>
                        <a:off x="6552156" y="997747"/>
                        <a:ext cx="639445" cy="599440"/>
                      </a:xfrm>
                      <a:prstGeom prst="rect">
                        <a:avLst/>
                      </a:prstGeom>
                    </p:spPr>
                  </p:pic>
                </p:oleObj>
              </mc:Fallback>
            </mc:AlternateContent>
          </a:graphicData>
        </a:graphic>
      </p:graphicFrame>
    </p:spTree>
    <p:extLst>
      <p:ext uri="{BB962C8B-B14F-4D97-AF65-F5344CB8AC3E}">
        <p14:creationId xmlns:p14="http://schemas.microsoft.com/office/powerpoint/2010/main" val="32765289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9"/>
          <p:cNvSpPr txBox="1">
            <a:spLocks noGrp="1"/>
          </p:cNvSpPr>
          <p:nvPr>
            <p:ph type="title"/>
          </p:nvPr>
        </p:nvSpPr>
        <p:spPr>
          <a:xfrm>
            <a:off x="2795525" y="240763"/>
            <a:ext cx="5624579" cy="572700"/>
          </a:xfrm>
          <a:prstGeom prst="rect">
            <a:avLst/>
          </a:prstGeom>
        </p:spPr>
        <p:txBody>
          <a:bodyPr spcFirstLastPara="1" wrap="square" lIns="91425" tIns="91425" rIns="91425" bIns="91425" anchor="ctr" anchorCtr="0">
            <a:noAutofit/>
          </a:bodyPr>
          <a:lstStyle/>
          <a:p>
            <a:pPr lvl="0">
              <a:buSzPts val="1100"/>
            </a:pPr>
            <a:r>
              <a:rPr lang="en" sz="2400" b="1" dirty="0">
                <a:solidFill>
                  <a:srgbClr val="00B0F0"/>
                </a:solidFill>
                <a:latin typeface="Host Grotesk" panose="020B0504030402000203" pitchFamily="34" charset="0"/>
                <a:ea typeface="Bitter"/>
                <a:cs typeface="Bitter"/>
                <a:sym typeface="Bitter"/>
              </a:rPr>
              <a:t>S</a:t>
            </a:r>
            <a:r>
              <a:rPr lang="en-US" sz="2400" b="1" dirty="0" err="1">
                <a:solidFill>
                  <a:srgbClr val="00B0F0"/>
                </a:solidFill>
                <a:latin typeface="Host Grotesk" panose="020B0504030402000203" pitchFamily="34" charset="0"/>
                <a:ea typeface="Bitter"/>
                <a:cs typeface="Bitter"/>
                <a:sym typeface="Bitter"/>
              </a:rPr>
              <a:t>i</a:t>
            </a:r>
            <a:r>
              <a:rPr lang="en" sz="2400" b="1" dirty="0">
                <a:solidFill>
                  <a:srgbClr val="00B0F0"/>
                </a:solidFill>
                <a:latin typeface="Host Grotesk" panose="020B0504030402000203" pitchFamily="34" charset="0"/>
                <a:ea typeface="Bitter"/>
                <a:cs typeface="Bitter"/>
                <a:sym typeface="Bitter"/>
              </a:rPr>
              <a:t>dan foydalanish bo’yicha 5 asosiy axloqiy muammo</a:t>
            </a:r>
            <a:endParaRPr sz="2400" b="1" dirty="0">
              <a:solidFill>
                <a:srgbClr val="00B0F0"/>
              </a:solidFill>
              <a:latin typeface="Host Grotesk" panose="020B0504030402000203" pitchFamily="34" charset="0"/>
              <a:ea typeface="Bitter"/>
              <a:cs typeface="Bitter"/>
              <a:sym typeface="Bitter"/>
            </a:endParaRPr>
          </a:p>
        </p:txBody>
      </p:sp>
      <p:sp>
        <p:nvSpPr>
          <p:cNvPr id="106" name="Google Shape;106;p19"/>
          <p:cNvSpPr txBox="1"/>
          <p:nvPr/>
        </p:nvSpPr>
        <p:spPr>
          <a:xfrm>
            <a:off x="2303925" y="2362625"/>
            <a:ext cx="3037800" cy="107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400">
              <a:solidFill>
                <a:schemeClr val="tx1"/>
              </a:solidFill>
              <a:latin typeface="Host Grotesk" panose="020B0504030402000203" pitchFamily="34" charset="0"/>
              <a:ea typeface="Rubik"/>
              <a:cs typeface="Rubik"/>
              <a:sym typeface="Rubik"/>
            </a:endParaRPr>
          </a:p>
        </p:txBody>
      </p:sp>
      <p:pic>
        <p:nvPicPr>
          <p:cNvPr id="107" name="Google Shape;107;p19"/>
          <p:cNvPicPr preferRelativeResize="0"/>
          <p:nvPr/>
        </p:nvPicPr>
        <p:blipFill rotWithShape="1">
          <a:blip r:embed="rId3">
            <a:alphaModFix/>
          </a:blip>
          <a:srcRect l="1671" t="14379" b="19417"/>
          <a:stretch/>
        </p:blipFill>
        <p:spPr>
          <a:xfrm>
            <a:off x="88050" y="856900"/>
            <a:ext cx="9055949" cy="3429699"/>
          </a:xfrm>
          <a:prstGeom prst="rect">
            <a:avLst/>
          </a:prstGeom>
          <a:noFill/>
          <a:ln>
            <a:noFill/>
          </a:ln>
        </p:spPr>
      </p:pic>
      <p:sp>
        <p:nvSpPr>
          <p:cNvPr id="108" name="Google Shape;108;p19"/>
          <p:cNvSpPr txBox="1"/>
          <p:nvPr/>
        </p:nvSpPr>
        <p:spPr>
          <a:xfrm>
            <a:off x="147625" y="3382525"/>
            <a:ext cx="1664700" cy="393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500" b="1" dirty="0">
                <a:solidFill>
                  <a:schemeClr val="tx1"/>
                </a:solidFill>
                <a:latin typeface="Host Grotesk" panose="020B0504030402000203" pitchFamily="34" charset="0"/>
                <a:ea typeface="Rubik"/>
                <a:cs typeface="Rubik"/>
                <a:sym typeface="Rubik"/>
              </a:rPr>
              <a:t>M</a:t>
            </a:r>
            <a:r>
              <a:rPr lang="en" sz="1500" b="1" dirty="0">
                <a:solidFill>
                  <a:schemeClr val="tx1"/>
                </a:solidFill>
                <a:latin typeface="Host Grotesk" panose="020B0504030402000203" pitchFamily="34" charset="0"/>
                <a:ea typeface="Rubik"/>
                <a:cs typeface="Rubik"/>
                <a:sym typeface="Rubik"/>
              </a:rPr>
              <a:t>axfiylik va xavfsizlik </a:t>
            </a:r>
            <a:endParaRPr sz="1500" b="1" dirty="0">
              <a:solidFill>
                <a:schemeClr val="tx1"/>
              </a:solidFill>
              <a:latin typeface="Host Grotesk" panose="020B0504030402000203" pitchFamily="34" charset="0"/>
              <a:ea typeface="Rubik"/>
              <a:cs typeface="Rubik"/>
              <a:sym typeface="Rubik"/>
            </a:endParaRPr>
          </a:p>
        </p:txBody>
      </p:sp>
      <p:sp>
        <p:nvSpPr>
          <p:cNvPr id="109" name="Google Shape;109;p19"/>
          <p:cNvSpPr txBox="1"/>
          <p:nvPr/>
        </p:nvSpPr>
        <p:spPr>
          <a:xfrm>
            <a:off x="1940675" y="3492600"/>
            <a:ext cx="1709700" cy="393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dirty="0">
                <a:solidFill>
                  <a:schemeClr val="tx1"/>
                </a:solidFill>
                <a:latin typeface="Host Grotesk" panose="020B0504030402000203" pitchFamily="34" charset="0"/>
                <a:ea typeface="Rubik"/>
                <a:cs typeface="Rubik"/>
                <a:sym typeface="Rubik"/>
              </a:rPr>
              <a:t>Noto’g’ri ma’lumot</a:t>
            </a:r>
            <a:endParaRPr sz="1500" b="1" dirty="0">
              <a:solidFill>
                <a:schemeClr val="tx1"/>
              </a:solidFill>
              <a:latin typeface="Host Grotesk" panose="020B0504030402000203" pitchFamily="34" charset="0"/>
              <a:ea typeface="Rubik"/>
              <a:cs typeface="Rubik"/>
              <a:sym typeface="Rubik"/>
            </a:endParaRPr>
          </a:p>
        </p:txBody>
      </p:sp>
      <p:sp>
        <p:nvSpPr>
          <p:cNvPr id="110" name="Google Shape;110;p19"/>
          <p:cNvSpPr txBox="1"/>
          <p:nvPr/>
        </p:nvSpPr>
        <p:spPr>
          <a:xfrm>
            <a:off x="5649775" y="3382525"/>
            <a:ext cx="15663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dirty="0">
                <a:solidFill>
                  <a:schemeClr val="tx1"/>
                </a:solidFill>
                <a:latin typeface="Host Grotesk" panose="020B0504030402000203" pitchFamily="34" charset="0"/>
                <a:ea typeface="Rubik"/>
                <a:cs typeface="Rubik"/>
                <a:sym typeface="Rubik"/>
              </a:rPr>
              <a:t>Tarafkashlik va adolat</a:t>
            </a:r>
            <a:endParaRPr sz="1500" b="1" dirty="0">
              <a:solidFill>
                <a:schemeClr val="tx1"/>
              </a:solidFill>
              <a:latin typeface="Host Grotesk" panose="020B0504030402000203" pitchFamily="34" charset="0"/>
              <a:ea typeface="Rubik"/>
              <a:cs typeface="Rubik"/>
              <a:sym typeface="Rubik"/>
            </a:endParaRPr>
          </a:p>
        </p:txBody>
      </p:sp>
      <p:sp>
        <p:nvSpPr>
          <p:cNvPr id="111" name="Google Shape;111;p19"/>
          <p:cNvSpPr txBox="1"/>
          <p:nvPr/>
        </p:nvSpPr>
        <p:spPr>
          <a:xfrm>
            <a:off x="7454775" y="3492600"/>
            <a:ext cx="1438200" cy="45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dirty="0">
                <a:solidFill>
                  <a:schemeClr val="tx1"/>
                </a:solidFill>
                <a:latin typeface="Host Grotesk" panose="020B0504030402000203" pitchFamily="34" charset="0"/>
                <a:ea typeface="Rubik"/>
                <a:cs typeface="Rubik"/>
                <a:sym typeface="Rubik"/>
              </a:rPr>
              <a:t>Plagiat</a:t>
            </a:r>
            <a:r>
              <a:rPr lang="en" sz="1800" b="1" dirty="0">
                <a:solidFill>
                  <a:schemeClr val="tx1"/>
                </a:solidFill>
                <a:latin typeface="Host Grotesk" panose="020B0504030402000203" pitchFamily="34" charset="0"/>
              </a:rPr>
              <a:t> </a:t>
            </a:r>
            <a:endParaRPr sz="1800" b="1" dirty="0">
              <a:solidFill>
                <a:schemeClr val="tx1"/>
              </a:solidFill>
              <a:latin typeface="Host Grotesk" panose="020B0504030402000203" pitchFamily="34" charset="0"/>
            </a:endParaRPr>
          </a:p>
        </p:txBody>
      </p:sp>
      <p:sp>
        <p:nvSpPr>
          <p:cNvPr id="112" name="Google Shape;112;p19"/>
          <p:cNvSpPr txBox="1"/>
          <p:nvPr/>
        </p:nvSpPr>
        <p:spPr>
          <a:xfrm>
            <a:off x="3852125" y="3514600"/>
            <a:ext cx="1489500" cy="45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b="1" dirty="0">
                <a:solidFill>
                  <a:schemeClr val="tx1"/>
                </a:solidFill>
                <a:latin typeface="Host Grotesk" panose="020B0504030402000203" pitchFamily="34" charset="0"/>
                <a:ea typeface="Rubik"/>
                <a:cs typeface="Rubik"/>
                <a:sym typeface="Rubik"/>
              </a:rPr>
              <a:t>Tushunarlilik</a:t>
            </a:r>
            <a:endParaRPr sz="1500" b="1" dirty="0">
              <a:solidFill>
                <a:schemeClr val="tx1"/>
              </a:solidFill>
              <a:latin typeface="Host Grotesk" panose="020B0504030402000203" pitchFamily="34" charset="0"/>
              <a:ea typeface="Rubik"/>
              <a:cs typeface="Rubik"/>
              <a:sym typeface="Rubik"/>
            </a:endParaRPr>
          </a:p>
        </p:txBody>
      </p:sp>
      <p:sp>
        <p:nvSpPr>
          <p:cNvPr id="113" name="Google Shape;113;p19"/>
          <p:cNvSpPr txBox="1"/>
          <p:nvPr/>
        </p:nvSpPr>
        <p:spPr>
          <a:xfrm>
            <a:off x="979974" y="4345274"/>
            <a:ext cx="7569665" cy="49451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800" b="1" i="1" dirty="0">
                <a:solidFill>
                  <a:schemeClr val="tx1"/>
                </a:solidFill>
                <a:latin typeface="Host Grotesk" panose="020B0504030402000203" pitchFamily="34" charset="0"/>
                <a:ea typeface="Rubik"/>
                <a:cs typeface="Rubik"/>
                <a:sym typeface="Rubik"/>
              </a:rPr>
              <a:t>H</a:t>
            </a:r>
            <a:r>
              <a:rPr lang="en" sz="1800" b="1" i="1" dirty="0">
                <a:solidFill>
                  <a:schemeClr val="tx1"/>
                </a:solidFill>
                <a:latin typeface="Host Grotesk" panose="020B0504030402000203" pitchFamily="34" charset="0"/>
                <a:ea typeface="Rubik"/>
                <a:cs typeface="Rubik"/>
                <a:sym typeface="Rubik"/>
              </a:rPr>
              <a:t>ar bir muammoni o’qing va ish daftari 3-qismida javob bering.</a:t>
            </a:r>
            <a:endParaRPr sz="1800" b="1" i="1" dirty="0">
              <a:solidFill>
                <a:schemeClr val="tx1"/>
              </a:solidFill>
              <a:latin typeface="Host Grotesk" panose="020B0504030402000203" pitchFamily="34" charset="0"/>
              <a:ea typeface="Rubik"/>
              <a:cs typeface="Rubik"/>
              <a:sym typeface="Rubik"/>
            </a:endParaRPr>
          </a:p>
        </p:txBody>
      </p:sp>
      <p:pic>
        <p:nvPicPr>
          <p:cNvPr id="2" name="Picture 1" descr="A logo on a black background&#10;&#10;Description automatically generated">
            <a:extLst>
              <a:ext uri="{FF2B5EF4-FFF2-40B4-BE49-F238E27FC236}">
                <a16:creationId xmlns:a16="http://schemas.microsoft.com/office/drawing/2014/main" id="{6F134DF3-E3A4-A813-7C65-6EBBFDDA7AEB}"/>
              </a:ext>
            </a:extLst>
          </p:cNvPr>
          <p:cNvPicPr>
            <a:picLocks noChangeAspect="1"/>
          </p:cNvPicPr>
          <p:nvPr/>
        </p:nvPicPr>
        <p:blipFill>
          <a:blip r:embed="rId4" cstate="print">
            <a:extLst>
              <a:ext uri="{28A0092B-C50C-407E-A947-70E740481C1C}">
                <a14:useLocalDpi xmlns:a14="http://schemas.microsoft.com/office/drawing/2010/main" val="0"/>
              </a:ext>
            </a:extLst>
          </a:blip>
          <a:srcRect l="17966" t="41761" r="13807" b="41509"/>
          <a:stretch/>
        </p:blipFill>
        <p:spPr>
          <a:xfrm>
            <a:off x="485775" y="434278"/>
            <a:ext cx="1441011" cy="353337"/>
          </a:xfrm>
          <a:prstGeom prst="rect">
            <a:avLst/>
          </a:prstGeom>
        </p:spPr>
      </p:pic>
      <p:sp>
        <p:nvSpPr>
          <p:cNvPr id="3" name="Прямоугольник 7">
            <a:extLst>
              <a:ext uri="{FF2B5EF4-FFF2-40B4-BE49-F238E27FC236}">
                <a16:creationId xmlns:a16="http://schemas.microsoft.com/office/drawing/2014/main" id="{F57AC64F-FA6A-2249-B842-CC457D8254CC}"/>
              </a:ext>
            </a:extLst>
          </p:cNvPr>
          <p:cNvSpPr/>
          <p:nvPr/>
        </p:nvSpPr>
        <p:spPr>
          <a:xfrm>
            <a:off x="0" y="4839789"/>
            <a:ext cx="9144000" cy="303711"/>
          </a:xfrm>
          <a:prstGeom prst="rect">
            <a:avLst/>
          </a:prstGeom>
          <a:solidFill>
            <a:srgbClr val="4AC0F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ru-RU" altLang="en-US" sz="1800" b="1" dirty="0">
              <a:solidFill>
                <a:schemeClr val="bg1"/>
              </a:solidFill>
              <a:latin typeface="Century Gothic" panose="020B0502020202020204" pitchFamily="34" charset="0"/>
            </a:endParaRPr>
          </a:p>
        </p:txBody>
      </p:sp>
      <p:pic>
        <p:nvPicPr>
          <p:cNvPr id="4" name="Picture 3" descr="A yellow star on a black background&#10;&#10;Description automatically generated">
            <a:extLst>
              <a:ext uri="{FF2B5EF4-FFF2-40B4-BE49-F238E27FC236}">
                <a16:creationId xmlns:a16="http://schemas.microsoft.com/office/drawing/2014/main" id="{AE4161E5-CCE9-DDC3-43A1-2A93EE1461CC}"/>
              </a:ext>
            </a:extLst>
          </p:cNvPr>
          <p:cNvPicPr>
            <a:picLocks noChangeAspect="1"/>
          </p:cNvPicPr>
          <p:nvPr/>
        </p:nvPicPr>
        <p:blipFill>
          <a:blip r:embed="rId5"/>
          <a:stretch>
            <a:fillRect/>
          </a:stretch>
        </p:blipFill>
        <p:spPr>
          <a:xfrm>
            <a:off x="1560302" y="49145"/>
            <a:ext cx="628654" cy="628654"/>
          </a:xfrm>
          <a:prstGeom prst="rect">
            <a:avLst/>
          </a:prstGeom>
        </p:spPr>
      </p:pic>
      <p:graphicFrame>
        <p:nvGraphicFramePr>
          <p:cNvPr id="5" name="Объект 7">
            <a:extLst>
              <a:ext uri="{FF2B5EF4-FFF2-40B4-BE49-F238E27FC236}">
                <a16:creationId xmlns:a16="http://schemas.microsoft.com/office/drawing/2014/main" id="{134AA794-1CCE-8E30-5546-53BB4E58E9B8}"/>
              </a:ext>
            </a:extLst>
          </p:cNvPr>
          <p:cNvGraphicFramePr/>
          <p:nvPr>
            <p:extLst>
              <p:ext uri="{D42A27DB-BD31-4B8C-83A1-F6EECF244321}">
                <p14:modId xmlns:p14="http://schemas.microsoft.com/office/powerpoint/2010/main" val="2479380907"/>
              </p:ext>
            </p:extLst>
          </p:nvPr>
        </p:nvGraphicFramePr>
        <p:xfrm>
          <a:off x="3415880" y="787615"/>
          <a:ext cx="436245" cy="590550"/>
        </p:xfrm>
        <a:graphic>
          <a:graphicData uri="http://schemas.openxmlformats.org/presentationml/2006/ole">
            <mc:AlternateContent xmlns:mc="http://schemas.openxmlformats.org/markup-compatibility/2006">
              <mc:Choice xmlns:v="urn:schemas-microsoft-com:vml" Requires="v">
                <p:oleObj r:id="rId6" imgW="469900" imgH="624840" progId="CorelDraw.Graphic.25">
                  <p:embed/>
                </p:oleObj>
              </mc:Choice>
              <mc:Fallback>
                <p:oleObj r:id="rId6" imgW="469900" imgH="624840" progId="CorelDraw.Graphic.25">
                  <p:embed/>
                  <p:pic>
                    <p:nvPicPr>
                      <p:cNvPr id="14" name="Объект 7">
                        <a:extLst>
                          <a:ext uri="{FF2B5EF4-FFF2-40B4-BE49-F238E27FC236}">
                            <a16:creationId xmlns:a16="http://schemas.microsoft.com/office/drawing/2014/main" id="{EA71442E-7379-D102-D9A2-4C5A459AB2B9}"/>
                          </a:ext>
                        </a:extLst>
                      </p:cNvPr>
                      <p:cNvPicPr/>
                      <p:nvPr/>
                    </p:nvPicPr>
                    <p:blipFill>
                      <a:blip r:embed="rId7"/>
                      <a:stretch>
                        <a:fillRect/>
                      </a:stretch>
                    </p:blipFill>
                    <p:spPr>
                      <a:xfrm>
                        <a:off x="3415880" y="787615"/>
                        <a:ext cx="436245" cy="590550"/>
                      </a:xfrm>
                      <a:prstGeom prst="rect">
                        <a:avLst/>
                      </a:prstGeom>
                    </p:spPr>
                  </p:pic>
                </p:oleObj>
              </mc:Fallback>
            </mc:AlternateContent>
          </a:graphicData>
        </a:graphic>
      </p:graphicFrame>
      <p:graphicFrame>
        <p:nvGraphicFramePr>
          <p:cNvPr id="6" name="Объект 13">
            <a:extLst>
              <a:ext uri="{FF2B5EF4-FFF2-40B4-BE49-F238E27FC236}">
                <a16:creationId xmlns:a16="http://schemas.microsoft.com/office/drawing/2014/main" id="{3FB9DB69-D8DB-EE7F-4758-6716472BE2FC}"/>
              </a:ext>
            </a:extLst>
          </p:cNvPr>
          <p:cNvGraphicFramePr/>
          <p:nvPr>
            <p:extLst>
              <p:ext uri="{D42A27DB-BD31-4B8C-83A1-F6EECF244321}">
                <p14:modId xmlns:p14="http://schemas.microsoft.com/office/powerpoint/2010/main" val="4220287574"/>
              </p:ext>
            </p:extLst>
          </p:nvPr>
        </p:nvGraphicFramePr>
        <p:xfrm>
          <a:off x="8188431" y="434278"/>
          <a:ext cx="639445" cy="599440"/>
        </p:xfrm>
        <a:graphic>
          <a:graphicData uri="http://schemas.openxmlformats.org/presentationml/2006/ole">
            <mc:AlternateContent xmlns:mc="http://schemas.openxmlformats.org/markup-compatibility/2006">
              <mc:Choice xmlns:v="urn:schemas-microsoft-com:vml" Requires="v">
                <p:oleObj r:id="rId8" imgW="663575" imgH="618490" progId="CorelDraw.Graphic.25">
                  <p:embed/>
                </p:oleObj>
              </mc:Choice>
              <mc:Fallback>
                <p:oleObj r:id="rId8" imgW="663575" imgH="618490" progId="CorelDraw.Graphic.25">
                  <p:embed/>
                  <p:pic>
                    <p:nvPicPr>
                      <p:cNvPr id="15" name="Объект 13">
                        <a:extLst>
                          <a:ext uri="{FF2B5EF4-FFF2-40B4-BE49-F238E27FC236}">
                            <a16:creationId xmlns:a16="http://schemas.microsoft.com/office/drawing/2014/main" id="{1D41705B-2A2E-C5A1-3E8C-F70818E209C1}"/>
                          </a:ext>
                        </a:extLst>
                      </p:cNvPr>
                      <p:cNvPicPr/>
                      <p:nvPr/>
                    </p:nvPicPr>
                    <p:blipFill>
                      <a:blip r:embed="rId9"/>
                      <a:stretch>
                        <a:fillRect/>
                      </a:stretch>
                    </p:blipFill>
                    <p:spPr>
                      <a:xfrm>
                        <a:off x="8188431" y="434278"/>
                        <a:ext cx="639445" cy="599440"/>
                      </a:xfrm>
                      <a:prstGeom prst="rect">
                        <a:avLst/>
                      </a:prstGeom>
                    </p:spPr>
                  </p:pic>
                </p:oleObj>
              </mc:Fallback>
            </mc:AlternateContent>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4B9B068-8169-3111-A9A0-37884EA61DE8}"/>
              </a:ext>
            </a:extLst>
          </p:cNvPr>
          <p:cNvSpPr txBox="1"/>
          <p:nvPr/>
        </p:nvSpPr>
        <p:spPr>
          <a:xfrm>
            <a:off x="1926786" y="336282"/>
            <a:ext cx="4656908" cy="553998"/>
          </a:xfrm>
          <a:prstGeom prst="rect">
            <a:avLst/>
          </a:prstGeom>
          <a:noFill/>
        </p:spPr>
        <p:txBody>
          <a:bodyPr wrap="square">
            <a:spAutoFit/>
          </a:bodyPr>
          <a:lstStyle/>
          <a:p>
            <a:r>
              <a:rPr lang="en" sz="3000" b="1" dirty="0">
                <a:solidFill>
                  <a:srgbClr val="00B0F0"/>
                </a:solidFill>
                <a:latin typeface="Host Grotesk" panose="020B0504030402000203" pitchFamily="34" charset="0"/>
                <a:ea typeface="Bitter"/>
                <a:cs typeface="Bitter"/>
                <a:sym typeface="Bitter"/>
              </a:rPr>
              <a:t>1. Maxfiylik va xavfsizlik</a:t>
            </a:r>
            <a:endParaRPr lang="en-US" sz="3000" dirty="0">
              <a:solidFill>
                <a:srgbClr val="00B0F0"/>
              </a:solidFill>
              <a:latin typeface="Host Grotesk" panose="020B0504030402000203" pitchFamily="34" charset="0"/>
            </a:endParaRPr>
          </a:p>
        </p:txBody>
      </p:sp>
      <p:sp>
        <p:nvSpPr>
          <p:cNvPr id="6" name="TextBox 5">
            <a:extLst>
              <a:ext uri="{FF2B5EF4-FFF2-40B4-BE49-F238E27FC236}">
                <a16:creationId xmlns:a16="http://schemas.microsoft.com/office/drawing/2014/main" id="{8C34E367-5F2B-7A71-25EA-A9FB14B9B4CF}"/>
              </a:ext>
            </a:extLst>
          </p:cNvPr>
          <p:cNvSpPr txBox="1"/>
          <p:nvPr/>
        </p:nvSpPr>
        <p:spPr>
          <a:xfrm>
            <a:off x="113323" y="1108953"/>
            <a:ext cx="7667896" cy="2646878"/>
          </a:xfrm>
          <a:prstGeom prst="rect">
            <a:avLst/>
          </a:prstGeom>
          <a:noFill/>
        </p:spPr>
        <p:txBody>
          <a:bodyPr wrap="square">
            <a:spAutoFit/>
          </a:bodyPr>
          <a:lstStyle/>
          <a:p>
            <a:pPr marL="0" lvl="0" indent="0" algn="ctr" rtl="0">
              <a:spcBef>
                <a:spcPts val="0"/>
              </a:spcBef>
              <a:spcAft>
                <a:spcPts val="0"/>
              </a:spcAft>
              <a:buNone/>
            </a:pPr>
            <a:r>
              <a:rPr lang="en-US" sz="2000" b="1" dirty="0" err="1">
                <a:solidFill>
                  <a:srgbClr val="00B0F0"/>
                </a:solidFill>
                <a:latin typeface="Host Grotesk" panose="020B0504030402000203" pitchFamily="34" charset="0"/>
                <a:ea typeface="Rubik"/>
                <a:cs typeface="Rubik"/>
                <a:sym typeface="Rubik"/>
              </a:rPr>
              <a:t>Misol</a:t>
            </a:r>
            <a:r>
              <a:rPr lang="en-US" sz="2000" b="1" dirty="0">
                <a:solidFill>
                  <a:srgbClr val="00B0F0"/>
                </a:solidFill>
                <a:latin typeface="Host Grotesk" panose="020B0504030402000203" pitchFamily="34" charset="0"/>
                <a:ea typeface="Rubik"/>
                <a:cs typeface="Rubik"/>
                <a:sym typeface="Rubik"/>
              </a:rPr>
              <a:t>: SI </a:t>
            </a:r>
            <a:r>
              <a:rPr lang="en-US" sz="2000" b="1" dirty="0" err="1">
                <a:solidFill>
                  <a:srgbClr val="00B0F0"/>
                </a:solidFill>
                <a:latin typeface="Host Grotesk" panose="020B0504030402000203" pitchFamily="34" charset="0"/>
                <a:ea typeface="Rubik"/>
                <a:cs typeface="Rubik"/>
                <a:sym typeface="Rubik"/>
              </a:rPr>
              <a:t>o’yinchoqlari</a:t>
            </a:r>
            <a:r>
              <a:rPr lang="en-US" sz="2000" b="1" dirty="0">
                <a:solidFill>
                  <a:srgbClr val="00B0F0"/>
                </a:solidFill>
                <a:latin typeface="Host Grotesk" panose="020B0504030402000203" pitchFamily="34" charset="0"/>
                <a:ea typeface="Rubik"/>
                <a:cs typeface="Rubik"/>
                <a:sym typeface="Rubik"/>
              </a:rPr>
              <a:t> </a:t>
            </a:r>
            <a:r>
              <a:rPr lang="en-US" sz="2000" b="1" dirty="0" err="1">
                <a:solidFill>
                  <a:srgbClr val="00B0F0"/>
                </a:solidFill>
                <a:latin typeface="Host Grotesk" panose="020B0504030402000203" pitchFamily="34" charset="0"/>
                <a:ea typeface="Rubik"/>
                <a:cs typeface="Rubik"/>
                <a:sym typeface="Rubik"/>
              </a:rPr>
              <a:t>va</a:t>
            </a:r>
            <a:r>
              <a:rPr lang="en-US" sz="2000" b="1" dirty="0">
                <a:solidFill>
                  <a:srgbClr val="00B0F0"/>
                </a:solidFill>
                <a:latin typeface="Host Grotesk" panose="020B0504030402000203" pitchFamily="34" charset="0"/>
                <a:ea typeface="Rubik"/>
                <a:cs typeface="Rubik"/>
                <a:sym typeface="Rubik"/>
              </a:rPr>
              <a:t> </a:t>
            </a:r>
            <a:r>
              <a:rPr lang="en-US" sz="2000" b="1" dirty="0" err="1">
                <a:solidFill>
                  <a:srgbClr val="00B0F0"/>
                </a:solidFill>
                <a:latin typeface="Host Grotesk" panose="020B0504030402000203" pitchFamily="34" charset="0"/>
                <a:ea typeface="Rubik"/>
                <a:cs typeface="Rubik"/>
                <a:sym typeface="Rubik"/>
              </a:rPr>
              <a:t>maxfiylik</a:t>
            </a:r>
            <a:endParaRPr lang="en-US" sz="2000" b="1" dirty="0">
              <a:solidFill>
                <a:srgbClr val="00B0F0"/>
              </a:solidFill>
              <a:latin typeface="Host Grotesk" panose="020B0504030402000203" pitchFamily="34" charset="0"/>
              <a:ea typeface="Rubik"/>
              <a:cs typeface="Rubik"/>
              <a:sym typeface="Rubik"/>
            </a:endParaRPr>
          </a:p>
          <a:p>
            <a:pPr marL="0" lvl="0" indent="0" algn="ctr" rtl="0">
              <a:lnSpc>
                <a:spcPct val="100000"/>
              </a:lnSpc>
              <a:spcBef>
                <a:spcPts val="1200"/>
              </a:spcBef>
              <a:spcAft>
                <a:spcPts val="0"/>
              </a:spcAft>
              <a:buClr>
                <a:schemeClr val="dk1"/>
              </a:buClr>
              <a:buSzPts val="1100"/>
              <a:buFont typeface="Arial"/>
              <a:buNone/>
            </a:pPr>
            <a:r>
              <a:rPr lang="en-US" sz="1800" dirty="0" err="1">
                <a:latin typeface="Host Grotesk" panose="020B0504030402000203" pitchFamily="34" charset="0"/>
                <a:ea typeface="Rubik"/>
                <a:cs typeface="Rubik"/>
                <a:sym typeface="Rubik"/>
              </a:rPr>
              <a:t>Bugungi</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kunda</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ko’plab</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o’yinchoqlar</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bolalar</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bilan</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gaplashish</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o’yin</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o’ynash</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va</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hatto</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sevimli</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narsalarni</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eslab</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qolish</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uchun</a:t>
            </a:r>
            <a:r>
              <a:rPr lang="en-US" sz="1800" dirty="0">
                <a:latin typeface="Host Grotesk" panose="020B0504030402000203" pitchFamily="34" charset="0"/>
                <a:ea typeface="Rubik"/>
                <a:cs typeface="Rubik"/>
                <a:sym typeface="Rubik"/>
              </a:rPr>
              <a:t> Sidan </a:t>
            </a:r>
            <a:r>
              <a:rPr lang="en-US" sz="1800" dirty="0" err="1">
                <a:latin typeface="Host Grotesk" panose="020B0504030402000203" pitchFamily="34" charset="0"/>
                <a:ea typeface="Rubik"/>
                <a:cs typeface="Rubik"/>
                <a:sym typeface="Rubik"/>
              </a:rPr>
              <a:t>foydalanadi.Misol</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uchun</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ba’zi</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aqlli</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qo’g’irchoqlar</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va</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robotlar</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savollarga</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javob</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berishlari</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va</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suhbatlashishlari</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mumkin.Biroq</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bu</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o’yinchoqlarda</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ko’pincha</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mikrofonlar</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va</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kameralar</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mavjud</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bo’lib</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ular</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bolalarning</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aytayotgani</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va</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qilayotgan</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harakatlarini</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yozib</a:t>
            </a:r>
            <a:r>
              <a:rPr lang="en-US" sz="1800" dirty="0">
                <a:latin typeface="Host Grotesk" panose="020B0504030402000203" pitchFamily="34" charset="0"/>
                <a:ea typeface="Rubik"/>
                <a:cs typeface="Rubik"/>
                <a:sym typeface="Rubik"/>
              </a:rPr>
              <a:t> </a:t>
            </a:r>
            <a:r>
              <a:rPr lang="en-US" sz="1800" dirty="0" err="1">
                <a:latin typeface="Host Grotesk" panose="020B0504030402000203" pitchFamily="34" charset="0"/>
                <a:ea typeface="Rubik"/>
                <a:cs typeface="Rubik"/>
                <a:sym typeface="Rubik"/>
              </a:rPr>
              <a:t>oiladi</a:t>
            </a:r>
            <a:r>
              <a:rPr lang="en-US" sz="1800" dirty="0">
                <a:latin typeface="Host Grotesk" panose="020B0504030402000203" pitchFamily="34" charset="0"/>
                <a:ea typeface="Rubik"/>
                <a:cs typeface="Rubik"/>
                <a:sym typeface="Rubik"/>
              </a:rPr>
              <a:t>.</a:t>
            </a:r>
          </a:p>
          <a:p>
            <a:pPr marL="0" lvl="0" indent="0" algn="l" rtl="0">
              <a:spcBef>
                <a:spcPts val="1200"/>
              </a:spcBef>
              <a:spcAft>
                <a:spcPts val="0"/>
              </a:spcAft>
              <a:buNone/>
            </a:pPr>
            <a:endParaRPr lang="en-US" sz="1800" dirty="0">
              <a:latin typeface="Host Grotesk" panose="020B0504030402000203" pitchFamily="34" charset="0"/>
            </a:endParaRPr>
          </a:p>
        </p:txBody>
      </p:sp>
      <p:pic>
        <p:nvPicPr>
          <p:cNvPr id="9" name="Google Shape;126;p20">
            <a:extLst>
              <a:ext uri="{FF2B5EF4-FFF2-40B4-BE49-F238E27FC236}">
                <a16:creationId xmlns:a16="http://schemas.microsoft.com/office/drawing/2014/main" id="{D6267EFD-A19E-B4C8-011E-E7CFC2F4389F}"/>
              </a:ext>
            </a:extLst>
          </p:cNvPr>
          <p:cNvPicPr preferRelativeResize="0"/>
          <p:nvPr/>
        </p:nvPicPr>
        <p:blipFill rotWithShape="1">
          <a:blip r:embed="rId2">
            <a:alphaModFix/>
          </a:blip>
          <a:srcRect l="49598" t="7491" r="32346" b="59839"/>
          <a:stretch/>
        </p:blipFill>
        <p:spPr>
          <a:xfrm>
            <a:off x="7781219" y="1689719"/>
            <a:ext cx="984101" cy="1001600"/>
          </a:xfrm>
          <a:prstGeom prst="rect">
            <a:avLst/>
          </a:prstGeom>
          <a:noFill/>
          <a:ln>
            <a:noFill/>
          </a:ln>
        </p:spPr>
      </p:pic>
      <p:pic>
        <p:nvPicPr>
          <p:cNvPr id="10" name="Picture 9" descr="A logo on a black background&#10;&#10;Description automatically generated">
            <a:extLst>
              <a:ext uri="{FF2B5EF4-FFF2-40B4-BE49-F238E27FC236}">
                <a16:creationId xmlns:a16="http://schemas.microsoft.com/office/drawing/2014/main" id="{048F442A-FD31-0783-F7B9-2949B03D76AF}"/>
              </a:ext>
            </a:extLst>
          </p:cNvPr>
          <p:cNvPicPr>
            <a:picLocks noChangeAspect="1"/>
          </p:cNvPicPr>
          <p:nvPr/>
        </p:nvPicPr>
        <p:blipFill>
          <a:blip r:embed="rId3" cstate="print">
            <a:extLst>
              <a:ext uri="{28A0092B-C50C-407E-A947-70E740481C1C}">
                <a14:useLocalDpi xmlns:a14="http://schemas.microsoft.com/office/drawing/2010/main" val="0"/>
              </a:ext>
            </a:extLst>
          </a:blip>
          <a:srcRect l="17966" t="41761" r="13807" b="41509"/>
          <a:stretch/>
        </p:blipFill>
        <p:spPr>
          <a:xfrm>
            <a:off x="485775" y="434278"/>
            <a:ext cx="1441011" cy="353337"/>
          </a:xfrm>
          <a:prstGeom prst="rect">
            <a:avLst/>
          </a:prstGeom>
        </p:spPr>
      </p:pic>
      <p:sp>
        <p:nvSpPr>
          <p:cNvPr id="11" name="Прямоугольник 7">
            <a:extLst>
              <a:ext uri="{FF2B5EF4-FFF2-40B4-BE49-F238E27FC236}">
                <a16:creationId xmlns:a16="http://schemas.microsoft.com/office/drawing/2014/main" id="{5B112B6C-E6E5-ED1E-2808-D66E63B9638D}"/>
              </a:ext>
            </a:extLst>
          </p:cNvPr>
          <p:cNvSpPr/>
          <p:nvPr/>
        </p:nvSpPr>
        <p:spPr>
          <a:xfrm>
            <a:off x="0" y="3272086"/>
            <a:ext cx="9144000" cy="1871414"/>
          </a:xfrm>
          <a:prstGeom prst="rect">
            <a:avLst/>
          </a:prstGeom>
          <a:solidFill>
            <a:srgbClr val="4AC0F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ru-RU" altLang="en-US" sz="1800" b="1" dirty="0">
              <a:solidFill>
                <a:schemeClr val="bg1"/>
              </a:solidFill>
              <a:latin typeface="Century Gothic" panose="020B0502020202020204" pitchFamily="34" charset="0"/>
            </a:endParaRPr>
          </a:p>
        </p:txBody>
      </p:sp>
      <p:pic>
        <p:nvPicPr>
          <p:cNvPr id="12" name="Picture 11" descr="A yellow star on a black background&#10;&#10;Description automatically generated">
            <a:extLst>
              <a:ext uri="{FF2B5EF4-FFF2-40B4-BE49-F238E27FC236}">
                <a16:creationId xmlns:a16="http://schemas.microsoft.com/office/drawing/2014/main" id="{0AB8F4E0-586F-D4FE-7BCE-4E048AC9637C}"/>
              </a:ext>
            </a:extLst>
          </p:cNvPr>
          <p:cNvPicPr>
            <a:picLocks noChangeAspect="1"/>
          </p:cNvPicPr>
          <p:nvPr/>
        </p:nvPicPr>
        <p:blipFill>
          <a:blip r:embed="rId4"/>
          <a:stretch>
            <a:fillRect/>
          </a:stretch>
        </p:blipFill>
        <p:spPr>
          <a:xfrm>
            <a:off x="6123829" y="81950"/>
            <a:ext cx="628654" cy="628654"/>
          </a:xfrm>
          <a:prstGeom prst="rect">
            <a:avLst/>
          </a:prstGeom>
        </p:spPr>
      </p:pic>
      <p:graphicFrame>
        <p:nvGraphicFramePr>
          <p:cNvPr id="13" name="Объект 7">
            <a:extLst>
              <a:ext uri="{FF2B5EF4-FFF2-40B4-BE49-F238E27FC236}">
                <a16:creationId xmlns:a16="http://schemas.microsoft.com/office/drawing/2014/main" id="{8F3213FA-6754-A7A9-D5FA-8A82024719E7}"/>
              </a:ext>
            </a:extLst>
          </p:cNvPr>
          <p:cNvGraphicFramePr/>
          <p:nvPr>
            <p:extLst>
              <p:ext uri="{D42A27DB-BD31-4B8C-83A1-F6EECF244321}">
                <p14:modId xmlns:p14="http://schemas.microsoft.com/office/powerpoint/2010/main" val="1341692642"/>
              </p:ext>
            </p:extLst>
          </p:nvPr>
        </p:nvGraphicFramePr>
        <p:xfrm>
          <a:off x="578711" y="3417295"/>
          <a:ext cx="436245" cy="590550"/>
        </p:xfrm>
        <a:graphic>
          <a:graphicData uri="http://schemas.openxmlformats.org/presentationml/2006/ole">
            <mc:AlternateContent xmlns:mc="http://schemas.openxmlformats.org/markup-compatibility/2006">
              <mc:Choice xmlns:v="urn:schemas-microsoft-com:vml" Requires="v">
                <p:oleObj r:id="rId5" imgW="469900" imgH="624840" progId="CorelDraw.Graphic.25">
                  <p:embed/>
                </p:oleObj>
              </mc:Choice>
              <mc:Fallback>
                <p:oleObj r:id="rId5" imgW="469900" imgH="624840" progId="CorelDraw.Graphic.25">
                  <p:embed/>
                  <p:pic>
                    <p:nvPicPr>
                      <p:cNvPr id="14" name="Объект 7">
                        <a:extLst>
                          <a:ext uri="{FF2B5EF4-FFF2-40B4-BE49-F238E27FC236}">
                            <a16:creationId xmlns:a16="http://schemas.microsoft.com/office/drawing/2014/main" id="{EA71442E-7379-D102-D9A2-4C5A459AB2B9}"/>
                          </a:ext>
                        </a:extLst>
                      </p:cNvPr>
                      <p:cNvPicPr/>
                      <p:nvPr/>
                    </p:nvPicPr>
                    <p:blipFill>
                      <a:blip r:embed="rId6"/>
                      <a:stretch>
                        <a:fillRect/>
                      </a:stretch>
                    </p:blipFill>
                    <p:spPr>
                      <a:xfrm>
                        <a:off x="578711" y="3417295"/>
                        <a:ext cx="436245" cy="590550"/>
                      </a:xfrm>
                      <a:prstGeom prst="rect">
                        <a:avLst/>
                      </a:prstGeom>
                    </p:spPr>
                  </p:pic>
                </p:oleObj>
              </mc:Fallback>
            </mc:AlternateContent>
          </a:graphicData>
        </a:graphic>
      </p:graphicFrame>
      <p:graphicFrame>
        <p:nvGraphicFramePr>
          <p:cNvPr id="14" name="Объект 13">
            <a:extLst>
              <a:ext uri="{FF2B5EF4-FFF2-40B4-BE49-F238E27FC236}">
                <a16:creationId xmlns:a16="http://schemas.microsoft.com/office/drawing/2014/main" id="{1BCA9848-9896-DC07-A07A-33D8A317720A}"/>
              </a:ext>
            </a:extLst>
          </p:cNvPr>
          <p:cNvGraphicFramePr/>
          <p:nvPr>
            <p:extLst>
              <p:ext uri="{D42A27DB-BD31-4B8C-83A1-F6EECF244321}">
                <p14:modId xmlns:p14="http://schemas.microsoft.com/office/powerpoint/2010/main" val="163492554"/>
              </p:ext>
            </p:extLst>
          </p:nvPr>
        </p:nvGraphicFramePr>
        <p:xfrm>
          <a:off x="6727175" y="962618"/>
          <a:ext cx="639445" cy="599440"/>
        </p:xfrm>
        <a:graphic>
          <a:graphicData uri="http://schemas.openxmlformats.org/presentationml/2006/ole">
            <mc:AlternateContent xmlns:mc="http://schemas.openxmlformats.org/markup-compatibility/2006">
              <mc:Choice xmlns:v="urn:schemas-microsoft-com:vml" Requires="v">
                <p:oleObj r:id="rId7" imgW="663575" imgH="618490" progId="CorelDraw.Graphic.25">
                  <p:embed/>
                </p:oleObj>
              </mc:Choice>
              <mc:Fallback>
                <p:oleObj r:id="rId7" imgW="663575" imgH="618490" progId="CorelDraw.Graphic.25">
                  <p:embed/>
                  <p:pic>
                    <p:nvPicPr>
                      <p:cNvPr id="15" name="Объект 13">
                        <a:extLst>
                          <a:ext uri="{FF2B5EF4-FFF2-40B4-BE49-F238E27FC236}">
                            <a16:creationId xmlns:a16="http://schemas.microsoft.com/office/drawing/2014/main" id="{1D41705B-2A2E-C5A1-3E8C-F70818E209C1}"/>
                          </a:ext>
                        </a:extLst>
                      </p:cNvPr>
                      <p:cNvPicPr/>
                      <p:nvPr/>
                    </p:nvPicPr>
                    <p:blipFill>
                      <a:blip r:embed="rId8"/>
                      <a:stretch>
                        <a:fillRect/>
                      </a:stretch>
                    </p:blipFill>
                    <p:spPr>
                      <a:xfrm>
                        <a:off x="6727175" y="962618"/>
                        <a:ext cx="639445" cy="599440"/>
                      </a:xfrm>
                      <a:prstGeom prst="rect">
                        <a:avLst/>
                      </a:prstGeom>
                    </p:spPr>
                  </p:pic>
                </p:oleObj>
              </mc:Fallback>
            </mc:AlternateContent>
          </a:graphicData>
        </a:graphic>
      </p:graphicFrame>
      <p:sp>
        <p:nvSpPr>
          <p:cNvPr id="15" name="TextBox 14">
            <a:extLst>
              <a:ext uri="{FF2B5EF4-FFF2-40B4-BE49-F238E27FC236}">
                <a16:creationId xmlns:a16="http://schemas.microsoft.com/office/drawing/2014/main" id="{FD34FB18-4C7C-F9A0-8966-62562175EC49}"/>
              </a:ext>
            </a:extLst>
          </p:cNvPr>
          <p:cNvSpPr txBox="1"/>
          <p:nvPr/>
        </p:nvSpPr>
        <p:spPr>
          <a:xfrm>
            <a:off x="679270" y="3272084"/>
            <a:ext cx="7667896" cy="1938992"/>
          </a:xfrm>
          <a:prstGeom prst="rect">
            <a:avLst/>
          </a:prstGeom>
          <a:noFill/>
        </p:spPr>
        <p:txBody>
          <a:bodyPr wrap="square">
            <a:spAutoFit/>
          </a:bodyPr>
          <a:lstStyle/>
          <a:p>
            <a:pPr marL="0" lvl="0" indent="0" algn="ctr" rtl="0">
              <a:lnSpc>
                <a:spcPct val="100000"/>
              </a:lnSpc>
              <a:spcBef>
                <a:spcPts val="1200"/>
              </a:spcBef>
              <a:spcAft>
                <a:spcPts val="0"/>
              </a:spcAft>
              <a:buClr>
                <a:schemeClr val="dk1"/>
              </a:buClr>
              <a:buSzPts val="1100"/>
              <a:buFont typeface="Arial"/>
              <a:buNone/>
            </a:pPr>
            <a:r>
              <a:rPr lang="en-US" sz="1800" b="1" dirty="0" err="1">
                <a:solidFill>
                  <a:schemeClr val="bg1"/>
                </a:solidFill>
                <a:latin typeface="Host Grotesk" panose="020B0504030402000203" pitchFamily="34" charset="0"/>
                <a:ea typeface="Rubik"/>
                <a:cs typeface="Rubik"/>
                <a:sym typeface="Rubik"/>
              </a:rPr>
              <a:t>Maxfiylik</a:t>
            </a:r>
            <a:r>
              <a:rPr lang="en-US" sz="1600" b="1" dirty="0">
                <a:solidFill>
                  <a:schemeClr val="bg1"/>
                </a:solidFill>
                <a:latin typeface="Host Grotesk" panose="020B0504030402000203" pitchFamily="34" charset="0"/>
                <a:ea typeface="Rubik"/>
                <a:cs typeface="Rubik"/>
                <a:sym typeface="Rubik"/>
              </a:rPr>
              <a:t> </a:t>
            </a:r>
          </a:p>
          <a:p>
            <a:pPr marL="0" lvl="0" indent="0" algn="ctr" rtl="0">
              <a:lnSpc>
                <a:spcPct val="100000"/>
              </a:lnSpc>
              <a:spcBef>
                <a:spcPts val="1200"/>
              </a:spcBef>
              <a:spcAft>
                <a:spcPts val="0"/>
              </a:spcAft>
              <a:buNone/>
            </a:pPr>
            <a:r>
              <a:rPr lang="en-US" sz="1600" dirty="0">
                <a:solidFill>
                  <a:schemeClr val="bg1"/>
                </a:solidFill>
                <a:latin typeface="Host Grotesk" panose="020B0504030402000203" pitchFamily="34" charset="0"/>
                <a:ea typeface="Rubik"/>
                <a:cs typeface="Rubik"/>
                <a:sym typeface="Rubik"/>
              </a:rPr>
              <a:t>Agar </a:t>
            </a:r>
            <a:r>
              <a:rPr lang="en-US" sz="1600" dirty="0" err="1">
                <a:solidFill>
                  <a:schemeClr val="bg1"/>
                </a:solidFill>
                <a:latin typeface="Host Grotesk" panose="020B0504030402000203" pitchFamily="34" charset="0"/>
                <a:ea typeface="Rubik"/>
                <a:cs typeface="Rubik"/>
                <a:sym typeface="Rubik"/>
              </a:rPr>
              <a:t>o’yinchoq</a:t>
            </a:r>
            <a:r>
              <a:rPr lang="en-US" sz="1600" dirty="0">
                <a:solidFill>
                  <a:schemeClr val="bg1"/>
                </a:solidFill>
                <a:latin typeface="Host Grotesk" panose="020B0504030402000203" pitchFamily="34" charset="0"/>
                <a:ea typeface="Rubik"/>
                <a:cs typeface="Rubik"/>
                <a:sym typeface="Rubik"/>
              </a:rPr>
              <a:t> </a:t>
            </a:r>
            <a:r>
              <a:rPr lang="en-US" sz="1600" dirty="0" err="1">
                <a:solidFill>
                  <a:schemeClr val="bg1"/>
                </a:solidFill>
                <a:latin typeface="Host Grotesk" panose="020B0504030402000203" pitchFamily="34" charset="0"/>
                <a:ea typeface="Rubik"/>
                <a:cs typeface="Rubik"/>
                <a:sym typeface="Rubik"/>
              </a:rPr>
              <a:t>internetga</a:t>
            </a:r>
            <a:r>
              <a:rPr lang="en-US" sz="1600" dirty="0">
                <a:solidFill>
                  <a:schemeClr val="bg1"/>
                </a:solidFill>
                <a:latin typeface="Host Grotesk" panose="020B0504030402000203" pitchFamily="34" charset="0"/>
                <a:ea typeface="Rubik"/>
                <a:cs typeface="Rubik"/>
                <a:sym typeface="Rubik"/>
              </a:rPr>
              <a:t> </a:t>
            </a:r>
            <a:r>
              <a:rPr lang="en-US" sz="1600" dirty="0" err="1">
                <a:solidFill>
                  <a:schemeClr val="bg1"/>
                </a:solidFill>
                <a:latin typeface="Host Grotesk" panose="020B0504030402000203" pitchFamily="34" charset="0"/>
                <a:ea typeface="Rubik"/>
                <a:cs typeface="Rubik"/>
                <a:sym typeface="Rubik"/>
              </a:rPr>
              <a:t>ulangan</a:t>
            </a:r>
            <a:r>
              <a:rPr lang="en-US" sz="1600" dirty="0">
                <a:solidFill>
                  <a:schemeClr val="bg1"/>
                </a:solidFill>
                <a:latin typeface="Host Grotesk" panose="020B0504030402000203" pitchFamily="34" charset="0"/>
                <a:ea typeface="Rubik"/>
                <a:cs typeface="Rubik"/>
                <a:sym typeface="Rubik"/>
              </a:rPr>
              <a:t> </a:t>
            </a:r>
            <a:r>
              <a:rPr lang="en-US" sz="1600" dirty="0" err="1">
                <a:solidFill>
                  <a:schemeClr val="bg1"/>
                </a:solidFill>
                <a:latin typeface="Host Grotesk" panose="020B0504030402000203" pitchFamily="34" charset="0"/>
                <a:ea typeface="Rubik"/>
                <a:cs typeface="Rubik"/>
                <a:sym typeface="Rubik"/>
              </a:rPr>
              <a:t>bo’lsa</a:t>
            </a:r>
            <a:r>
              <a:rPr lang="en-US" sz="1600" dirty="0">
                <a:solidFill>
                  <a:schemeClr val="bg1"/>
                </a:solidFill>
                <a:latin typeface="Host Grotesk" panose="020B0504030402000203" pitchFamily="34" charset="0"/>
                <a:ea typeface="Rubik"/>
                <a:cs typeface="Rubik"/>
                <a:sym typeface="Rubik"/>
              </a:rPr>
              <a:t>, u </a:t>
            </a:r>
            <a:r>
              <a:rPr lang="en-US" sz="1600" dirty="0" err="1">
                <a:solidFill>
                  <a:schemeClr val="bg1"/>
                </a:solidFill>
                <a:latin typeface="Host Grotesk" panose="020B0504030402000203" pitchFamily="34" charset="0"/>
                <a:ea typeface="Rubik"/>
                <a:cs typeface="Rubik"/>
                <a:sym typeface="Rubik"/>
              </a:rPr>
              <a:t>bu</a:t>
            </a:r>
            <a:r>
              <a:rPr lang="en-US" sz="1600" dirty="0">
                <a:solidFill>
                  <a:schemeClr val="bg1"/>
                </a:solidFill>
                <a:latin typeface="Host Grotesk" panose="020B0504030402000203" pitchFamily="34" charset="0"/>
                <a:ea typeface="Rubik"/>
                <a:cs typeface="Rubik"/>
                <a:sym typeface="Rubik"/>
              </a:rPr>
              <a:t> </a:t>
            </a:r>
            <a:r>
              <a:rPr lang="en-US" sz="1600" dirty="0" err="1">
                <a:solidFill>
                  <a:schemeClr val="bg1"/>
                </a:solidFill>
                <a:latin typeface="Host Grotesk" panose="020B0504030402000203" pitchFamily="34" charset="0"/>
                <a:ea typeface="Rubik"/>
                <a:cs typeface="Rubik"/>
                <a:sym typeface="Rubik"/>
              </a:rPr>
              <a:t>ma’lumotlarni</a:t>
            </a:r>
            <a:r>
              <a:rPr lang="en-US" sz="1600" dirty="0">
                <a:solidFill>
                  <a:schemeClr val="bg1"/>
                </a:solidFill>
                <a:latin typeface="Host Grotesk" panose="020B0504030402000203" pitchFamily="34" charset="0"/>
                <a:ea typeface="Rubik"/>
                <a:cs typeface="Rubik"/>
                <a:sym typeface="Rubik"/>
              </a:rPr>
              <a:t> </a:t>
            </a:r>
            <a:r>
              <a:rPr lang="en-US" sz="1600" dirty="0" err="1">
                <a:solidFill>
                  <a:schemeClr val="bg1"/>
                </a:solidFill>
                <a:latin typeface="Host Grotesk" panose="020B0504030402000203" pitchFamily="34" charset="0"/>
                <a:ea typeface="Rubik"/>
                <a:cs typeface="Rubik"/>
                <a:sym typeface="Rubik"/>
              </a:rPr>
              <a:t>uni</a:t>
            </a:r>
            <a:r>
              <a:rPr lang="en-US" sz="1600" dirty="0">
                <a:solidFill>
                  <a:schemeClr val="bg1"/>
                </a:solidFill>
                <a:latin typeface="Host Grotesk" panose="020B0504030402000203" pitchFamily="34" charset="0"/>
                <a:ea typeface="Rubik"/>
                <a:cs typeface="Rubik"/>
                <a:sym typeface="Rubik"/>
              </a:rPr>
              <a:t> </a:t>
            </a:r>
            <a:r>
              <a:rPr lang="en-US" sz="1600" dirty="0" err="1">
                <a:solidFill>
                  <a:schemeClr val="bg1"/>
                </a:solidFill>
                <a:latin typeface="Host Grotesk" panose="020B0504030402000203" pitchFamily="34" charset="0"/>
                <a:ea typeface="Rubik"/>
                <a:cs typeface="Rubik"/>
                <a:sym typeface="Rubik"/>
              </a:rPr>
              <a:t>ishlab</a:t>
            </a:r>
            <a:r>
              <a:rPr lang="en-US" sz="1600" dirty="0">
                <a:solidFill>
                  <a:schemeClr val="bg1"/>
                </a:solidFill>
                <a:latin typeface="Host Grotesk" panose="020B0504030402000203" pitchFamily="34" charset="0"/>
                <a:ea typeface="Rubik"/>
                <a:cs typeface="Rubik"/>
                <a:sym typeface="Rubik"/>
              </a:rPr>
              <a:t> </a:t>
            </a:r>
            <a:r>
              <a:rPr lang="en-US" sz="1600" dirty="0" err="1">
                <a:solidFill>
                  <a:schemeClr val="bg1"/>
                </a:solidFill>
                <a:latin typeface="Host Grotesk" panose="020B0504030402000203" pitchFamily="34" charset="0"/>
                <a:ea typeface="Rubik"/>
                <a:cs typeface="Rubik"/>
                <a:sym typeface="Rubik"/>
              </a:rPr>
              <a:t>chiqargan</a:t>
            </a:r>
            <a:r>
              <a:rPr lang="en-US" sz="1600" dirty="0">
                <a:solidFill>
                  <a:schemeClr val="bg1"/>
                </a:solidFill>
                <a:latin typeface="Host Grotesk" panose="020B0504030402000203" pitchFamily="34" charset="0"/>
                <a:ea typeface="Rubik"/>
                <a:cs typeface="Rubik"/>
                <a:sym typeface="Rubik"/>
              </a:rPr>
              <a:t> </a:t>
            </a:r>
            <a:r>
              <a:rPr lang="en-US" sz="1600" dirty="0" err="1">
                <a:solidFill>
                  <a:schemeClr val="bg1"/>
                </a:solidFill>
                <a:latin typeface="Host Grotesk" panose="020B0504030402000203" pitchFamily="34" charset="0"/>
                <a:ea typeface="Rubik"/>
                <a:cs typeface="Rubik"/>
                <a:sym typeface="Rubik"/>
              </a:rPr>
              <a:t>kompaniyaga</a:t>
            </a:r>
            <a:r>
              <a:rPr lang="en-US" sz="1600" dirty="0">
                <a:solidFill>
                  <a:schemeClr val="bg1"/>
                </a:solidFill>
                <a:latin typeface="Host Grotesk" panose="020B0504030402000203" pitchFamily="34" charset="0"/>
                <a:ea typeface="Rubik"/>
                <a:cs typeface="Rubik"/>
                <a:sym typeface="Rubik"/>
              </a:rPr>
              <a:t> </a:t>
            </a:r>
            <a:r>
              <a:rPr lang="en-US" sz="1600" dirty="0" err="1">
                <a:solidFill>
                  <a:schemeClr val="bg1"/>
                </a:solidFill>
                <a:latin typeface="Host Grotesk" panose="020B0504030402000203" pitchFamily="34" charset="0"/>
                <a:ea typeface="Rubik"/>
                <a:cs typeface="Rubik"/>
                <a:sym typeface="Rubik"/>
              </a:rPr>
              <a:t>yuborishi</a:t>
            </a:r>
            <a:r>
              <a:rPr lang="en-US" sz="1600" dirty="0">
                <a:solidFill>
                  <a:schemeClr val="bg1"/>
                </a:solidFill>
                <a:latin typeface="Host Grotesk" panose="020B0504030402000203" pitchFamily="34" charset="0"/>
                <a:ea typeface="Rubik"/>
                <a:cs typeface="Rubik"/>
                <a:sym typeface="Rubik"/>
              </a:rPr>
              <a:t> </a:t>
            </a:r>
            <a:r>
              <a:rPr lang="en-US" sz="1600" dirty="0" err="1">
                <a:solidFill>
                  <a:schemeClr val="bg1"/>
                </a:solidFill>
                <a:latin typeface="Host Grotesk" panose="020B0504030402000203" pitchFamily="34" charset="0"/>
                <a:ea typeface="Rubik"/>
                <a:cs typeface="Rubik"/>
                <a:sym typeface="Rubik"/>
              </a:rPr>
              <a:t>mumkin</a:t>
            </a:r>
            <a:r>
              <a:rPr lang="en-US" sz="1600" dirty="0">
                <a:solidFill>
                  <a:schemeClr val="bg1"/>
                </a:solidFill>
                <a:latin typeface="Host Grotesk" panose="020B0504030402000203" pitchFamily="34" charset="0"/>
                <a:ea typeface="Rubik"/>
                <a:cs typeface="Rubik"/>
                <a:sym typeface="Rubik"/>
              </a:rPr>
              <a:t>. </a:t>
            </a:r>
            <a:r>
              <a:rPr lang="en-US" sz="1600" dirty="0" err="1">
                <a:solidFill>
                  <a:schemeClr val="bg1"/>
                </a:solidFill>
                <a:latin typeface="Host Grotesk" panose="020B0504030402000203" pitchFamily="34" charset="0"/>
                <a:ea typeface="Rubik"/>
                <a:cs typeface="Rubik"/>
                <a:sym typeface="Rubik"/>
              </a:rPr>
              <a:t>Ba’zida</a:t>
            </a:r>
            <a:r>
              <a:rPr lang="en-US" sz="1600" dirty="0">
                <a:solidFill>
                  <a:schemeClr val="bg1"/>
                </a:solidFill>
                <a:latin typeface="Host Grotesk" panose="020B0504030402000203" pitchFamily="34" charset="0"/>
                <a:ea typeface="Rubik"/>
                <a:cs typeface="Rubik"/>
                <a:sym typeface="Rubik"/>
              </a:rPr>
              <a:t> </a:t>
            </a:r>
            <a:r>
              <a:rPr lang="en-US" sz="1600" dirty="0" err="1">
                <a:solidFill>
                  <a:schemeClr val="bg1"/>
                </a:solidFill>
                <a:latin typeface="Host Grotesk" panose="020B0504030402000203" pitchFamily="34" charset="0"/>
                <a:ea typeface="Rubik"/>
                <a:cs typeface="Rubik"/>
                <a:sym typeface="Rubik"/>
              </a:rPr>
              <a:t>kompaniyalar</a:t>
            </a:r>
            <a:r>
              <a:rPr lang="en-US" sz="1600" dirty="0">
                <a:solidFill>
                  <a:schemeClr val="bg1"/>
                </a:solidFill>
                <a:latin typeface="Host Grotesk" panose="020B0504030402000203" pitchFamily="34" charset="0"/>
                <a:ea typeface="Rubik"/>
                <a:cs typeface="Rubik"/>
                <a:sym typeface="Rubik"/>
              </a:rPr>
              <a:t> </a:t>
            </a:r>
            <a:r>
              <a:rPr lang="en-US" sz="1600" dirty="0" err="1">
                <a:solidFill>
                  <a:schemeClr val="bg1"/>
                </a:solidFill>
                <a:latin typeface="Host Grotesk" panose="020B0504030402000203" pitchFamily="34" charset="0"/>
                <a:ea typeface="Rubik"/>
                <a:cs typeface="Rubik"/>
                <a:sym typeface="Rubik"/>
              </a:rPr>
              <a:t>tasodifan</a:t>
            </a:r>
            <a:r>
              <a:rPr lang="en-US" sz="1600" dirty="0">
                <a:solidFill>
                  <a:schemeClr val="bg1"/>
                </a:solidFill>
                <a:latin typeface="Host Grotesk" panose="020B0504030402000203" pitchFamily="34" charset="0"/>
                <a:ea typeface="Rubik"/>
                <a:cs typeface="Rubik"/>
                <a:sym typeface="Rubik"/>
              </a:rPr>
              <a:t> </a:t>
            </a:r>
            <a:r>
              <a:rPr lang="en-US" sz="1600" dirty="0" err="1">
                <a:solidFill>
                  <a:schemeClr val="bg1"/>
                </a:solidFill>
                <a:latin typeface="Host Grotesk" panose="020B0504030402000203" pitchFamily="34" charset="0"/>
                <a:ea typeface="Rubik"/>
                <a:cs typeface="Rubik"/>
                <a:sym typeface="Rubik"/>
              </a:rPr>
              <a:t>bu</a:t>
            </a:r>
            <a:r>
              <a:rPr lang="en-US" sz="1600" dirty="0">
                <a:solidFill>
                  <a:schemeClr val="bg1"/>
                </a:solidFill>
                <a:latin typeface="Host Grotesk" panose="020B0504030402000203" pitchFamily="34" charset="0"/>
                <a:ea typeface="Rubik"/>
                <a:cs typeface="Rubik"/>
                <a:sym typeface="Rubik"/>
              </a:rPr>
              <a:t> </a:t>
            </a:r>
            <a:r>
              <a:rPr lang="en-US" sz="1600" dirty="0" err="1">
                <a:solidFill>
                  <a:schemeClr val="bg1"/>
                </a:solidFill>
                <a:latin typeface="Host Grotesk" panose="020B0504030402000203" pitchFamily="34" charset="0"/>
                <a:ea typeface="Rubik"/>
                <a:cs typeface="Rubik"/>
                <a:sym typeface="Rubik"/>
              </a:rPr>
              <a:t>ma’lumotlarni</a:t>
            </a:r>
            <a:r>
              <a:rPr lang="en-US" sz="1600" dirty="0">
                <a:solidFill>
                  <a:schemeClr val="bg1"/>
                </a:solidFill>
                <a:latin typeface="Host Grotesk" panose="020B0504030402000203" pitchFamily="34" charset="0"/>
                <a:ea typeface="Rubik"/>
                <a:cs typeface="Rubik"/>
                <a:sym typeface="Rubik"/>
              </a:rPr>
              <a:t> </a:t>
            </a:r>
            <a:r>
              <a:rPr lang="en-US" sz="1600" dirty="0" err="1">
                <a:solidFill>
                  <a:schemeClr val="bg1"/>
                </a:solidFill>
                <a:latin typeface="Host Grotesk" panose="020B0504030402000203" pitchFamily="34" charset="0"/>
                <a:ea typeface="Rubik"/>
                <a:cs typeface="Rubik"/>
                <a:sym typeface="Rubik"/>
              </a:rPr>
              <a:t>hakerlar</a:t>
            </a:r>
            <a:r>
              <a:rPr lang="en-US" sz="1600" dirty="0">
                <a:solidFill>
                  <a:schemeClr val="bg1"/>
                </a:solidFill>
                <a:latin typeface="Host Grotesk" panose="020B0504030402000203" pitchFamily="34" charset="0"/>
                <a:ea typeface="Rubik"/>
                <a:cs typeface="Rubik"/>
                <a:sym typeface="Rubik"/>
              </a:rPr>
              <a:t> </a:t>
            </a:r>
            <a:r>
              <a:rPr lang="en-US" sz="1600" dirty="0" err="1">
                <a:solidFill>
                  <a:schemeClr val="bg1"/>
                </a:solidFill>
                <a:latin typeface="Host Grotesk" panose="020B0504030402000203" pitchFamily="34" charset="0"/>
                <a:ea typeface="Rubik"/>
                <a:cs typeface="Rubik"/>
                <a:sym typeface="Rubik"/>
              </a:rPr>
              <a:t>o’g’irlashi</a:t>
            </a:r>
            <a:r>
              <a:rPr lang="en-US" sz="1600" dirty="0">
                <a:solidFill>
                  <a:schemeClr val="bg1"/>
                </a:solidFill>
                <a:latin typeface="Host Grotesk" panose="020B0504030402000203" pitchFamily="34" charset="0"/>
                <a:ea typeface="Rubik"/>
                <a:cs typeface="Rubik"/>
                <a:sym typeface="Rubik"/>
              </a:rPr>
              <a:t> </a:t>
            </a:r>
            <a:r>
              <a:rPr lang="en-US" sz="1600" dirty="0" err="1">
                <a:solidFill>
                  <a:schemeClr val="bg1"/>
                </a:solidFill>
                <a:latin typeface="Host Grotesk" panose="020B0504030402000203" pitchFamily="34" charset="0"/>
                <a:ea typeface="Rubik"/>
                <a:cs typeface="Rubik"/>
                <a:sym typeface="Rubik"/>
              </a:rPr>
              <a:t>mumkin</a:t>
            </a:r>
            <a:r>
              <a:rPr lang="en-US" sz="1600" dirty="0">
                <a:solidFill>
                  <a:schemeClr val="bg1"/>
                </a:solidFill>
                <a:latin typeface="Host Grotesk" panose="020B0504030402000203" pitchFamily="34" charset="0"/>
                <a:ea typeface="Rubik"/>
                <a:cs typeface="Rubik"/>
                <a:sym typeface="Rubik"/>
              </a:rPr>
              <a:t> </a:t>
            </a:r>
            <a:r>
              <a:rPr lang="en-US" sz="1600" dirty="0" err="1">
                <a:solidFill>
                  <a:schemeClr val="bg1"/>
                </a:solidFill>
                <a:latin typeface="Host Grotesk" panose="020B0504030402000203" pitchFamily="34" charset="0"/>
                <a:ea typeface="Rubik"/>
                <a:cs typeface="Rubik"/>
                <a:sym typeface="Rubik"/>
              </a:rPr>
              <a:t>bo’lgan</a:t>
            </a:r>
            <a:r>
              <a:rPr lang="en-US" sz="1600" dirty="0">
                <a:solidFill>
                  <a:schemeClr val="bg1"/>
                </a:solidFill>
                <a:latin typeface="Host Grotesk" panose="020B0504030402000203" pitchFamily="34" charset="0"/>
                <a:ea typeface="Rubik"/>
                <a:cs typeface="Rubik"/>
                <a:sym typeface="Rubik"/>
              </a:rPr>
              <a:t> </a:t>
            </a:r>
            <a:r>
              <a:rPr lang="en-US" sz="1600" dirty="0" err="1">
                <a:solidFill>
                  <a:schemeClr val="bg1"/>
                </a:solidFill>
                <a:latin typeface="Host Grotesk" panose="020B0504030402000203" pitchFamily="34" charset="0"/>
                <a:ea typeface="Rubik"/>
                <a:cs typeface="Rubik"/>
                <a:sym typeface="Rubik"/>
              </a:rPr>
              <a:t>joyga</a:t>
            </a:r>
            <a:r>
              <a:rPr lang="en-US" sz="1600" dirty="0">
                <a:solidFill>
                  <a:schemeClr val="bg1"/>
                </a:solidFill>
                <a:latin typeface="Host Grotesk" panose="020B0504030402000203" pitchFamily="34" charset="0"/>
                <a:ea typeface="Rubik"/>
                <a:cs typeface="Rubik"/>
                <a:sym typeface="Rubik"/>
              </a:rPr>
              <a:t> </a:t>
            </a:r>
            <a:r>
              <a:rPr lang="en-US" sz="1600" dirty="0" err="1">
                <a:solidFill>
                  <a:schemeClr val="bg1"/>
                </a:solidFill>
                <a:latin typeface="Host Grotesk" panose="020B0504030402000203" pitchFamily="34" charset="0"/>
                <a:ea typeface="Rubik"/>
                <a:cs typeface="Rubik"/>
                <a:sym typeface="Rubik"/>
              </a:rPr>
              <a:t>saqlaydilar</a:t>
            </a:r>
            <a:r>
              <a:rPr lang="en-US" sz="1600" dirty="0">
                <a:solidFill>
                  <a:schemeClr val="bg1"/>
                </a:solidFill>
                <a:latin typeface="Host Grotesk" panose="020B0504030402000203" pitchFamily="34" charset="0"/>
                <a:ea typeface="Rubik"/>
                <a:cs typeface="Rubik"/>
                <a:sym typeface="Rubik"/>
              </a:rPr>
              <a:t> </a:t>
            </a:r>
            <a:r>
              <a:rPr lang="en-US" sz="1600" dirty="0" err="1">
                <a:solidFill>
                  <a:schemeClr val="bg1"/>
                </a:solidFill>
                <a:latin typeface="Host Grotesk" panose="020B0504030402000203" pitchFamily="34" charset="0"/>
                <a:ea typeface="Rubik"/>
                <a:cs typeface="Rubik"/>
                <a:sym typeface="Rubik"/>
              </a:rPr>
              <a:t>yoki</a:t>
            </a:r>
            <a:r>
              <a:rPr lang="en-US" sz="1600" dirty="0">
                <a:solidFill>
                  <a:schemeClr val="bg1"/>
                </a:solidFill>
                <a:latin typeface="Host Grotesk" panose="020B0504030402000203" pitchFamily="34" charset="0"/>
                <a:ea typeface="Rubik"/>
                <a:cs typeface="Rubik"/>
                <a:sym typeface="Rubik"/>
              </a:rPr>
              <a:t> </a:t>
            </a:r>
            <a:r>
              <a:rPr lang="en-US" sz="1600" dirty="0" err="1">
                <a:solidFill>
                  <a:schemeClr val="bg1"/>
                </a:solidFill>
                <a:latin typeface="Host Grotesk" panose="020B0504030402000203" pitchFamily="34" charset="0"/>
                <a:ea typeface="Rubik"/>
                <a:cs typeface="Rubik"/>
                <a:sym typeface="Rubik"/>
              </a:rPr>
              <a:t>ma’lumotlarni</a:t>
            </a:r>
            <a:r>
              <a:rPr lang="en-US" sz="1600" dirty="0">
                <a:solidFill>
                  <a:schemeClr val="bg1"/>
                </a:solidFill>
                <a:latin typeface="Host Grotesk" panose="020B0504030402000203" pitchFamily="34" charset="0"/>
                <a:ea typeface="Rubik"/>
                <a:cs typeface="Rubik"/>
                <a:sym typeface="Rubik"/>
              </a:rPr>
              <a:t> marketing </a:t>
            </a:r>
            <a:r>
              <a:rPr lang="en-US" sz="1600" dirty="0" err="1">
                <a:solidFill>
                  <a:schemeClr val="bg1"/>
                </a:solidFill>
                <a:latin typeface="Host Grotesk" panose="020B0504030402000203" pitchFamily="34" charset="0"/>
                <a:ea typeface="Rubik"/>
                <a:cs typeface="Rubik"/>
                <a:sym typeface="Rubik"/>
              </a:rPr>
              <a:t>uchun</a:t>
            </a:r>
            <a:r>
              <a:rPr lang="en-US" sz="1600" dirty="0">
                <a:solidFill>
                  <a:schemeClr val="bg1"/>
                </a:solidFill>
                <a:latin typeface="Host Grotesk" panose="020B0504030402000203" pitchFamily="34" charset="0"/>
                <a:ea typeface="Rubik"/>
                <a:cs typeface="Rubik"/>
                <a:sym typeface="Rubik"/>
              </a:rPr>
              <a:t> </a:t>
            </a:r>
            <a:r>
              <a:rPr lang="en-US" sz="1600" dirty="0" err="1">
                <a:solidFill>
                  <a:schemeClr val="bg1"/>
                </a:solidFill>
                <a:latin typeface="Host Grotesk" panose="020B0504030402000203" pitchFamily="34" charset="0"/>
                <a:ea typeface="Rubik"/>
                <a:cs typeface="Rubik"/>
                <a:sym typeface="Rubik"/>
              </a:rPr>
              <a:t>boshqa</a:t>
            </a:r>
            <a:r>
              <a:rPr lang="en-US" sz="1600" dirty="0">
                <a:solidFill>
                  <a:schemeClr val="bg1"/>
                </a:solidFill>
                <a:latin typeface="Host Grotesk" panose="020B0504030402000203" pitchFamily="34" charset="0"/>
                <a:ea typeface="Rubik"/>
                <a:cs typeface="Rubik"/>
                <a:sym typeface="Rubik"/>
              </a:rPr>
              <a:t> </a:t>
            </a:r>
            <a:r>
              <a:rPr lang="en-US" sz="1600" dirty="0" err="1">
                <a:solidFill>
                  <a:schemeClr val="bg1"/>
                </a:solidFill>
                <a:latin typeface="Host Grotesk" panose="020B0504030402000203" pitchFamily="34" charset="0"/>
                <a:ea typeface="Rubik"/>
                <a:cs typeface="Rubik"/>
                <a:sym typeface="Rubik"/>
              </a:rPr>
              <a:t>kompaniyalarga</a:t>
            </a:r>
            <a:r>
              <a:rPr lang="en-US" sz="1600" dirty="0">
                <a:solidFill>
                  <a:schemeClr val="bg1"/>
                </a:solidFill>
                <a:latin typeface="Host Grotesk" panose="020B0504030402000203" pitchFamily="34" charset="0"/>
                <a:ea typeface="Rubik"/>
                <a:cs typeface="Rubik"/>
                <a:sym typeface="Rubik"/>
              </a:rPr>
              <a:t> </a:t>
            </a:r>
            <a:r>
              <a:rPr lang="en-US" sz="1600" dirty="0" err="1">
                <a:solidFill>
                  <a:schemeClr val="bg1"/>
                </a:solidFill>
                <a:latin typeface="Host Grotesk" panose="020B0504030402000203" pitchFamily="34" charset="0"/>
                <a:ea typeface="Rubik"/>
                <a:cs typeface="Rubik"/>
                <a:sym typeface="Rubik"/>
              </a:rPr>
              <a:t>sotadilar</a:t>
            </a:r>
            <a:endParaRPr lang="en-US" sz="1600" dirty="0">
              <a:solidFill>
                <a:schemeClr val="bg1"/>
              </a:solidFill>
              <a:latin typeface="Host Grotesk" panose="020B0504030402000203" pitchFamily="34" charset="0"/>
              <a:ea typeface="Rubik"/>
              <a:cs typeface="Rubik"/>
              <a:sym typeface="Rubik"/>
            </a:endParaRPr>
          </a:p>
          <a:p>
            <a:pPr marL="0" lvl="0" indent="0" algn="ctr" rtl="0">
              <a:lnSpc>
                <a:spcPct val="100000"/>
              </a:lnSpc>
              <a:spcBef>
                <a:spcPts val="1200"/>
              </a:spcBef>
              <a:spcAft>
                <a:spcPts val="0"/>
              </a:spcAft>
              <a:buNone/>
            </a:pPr>
            <a:r>
              <a:rPr lang="en-US" sz="1800" b="1" dirty="0">
                <a:solidFill>
                  <a:schemeClr val="bg1"/>
                </a:solidFill>
                <a:latin typeface="Host Grotesk" panose="020B0504030402000203" pitchFamily="34" charset="0"/>
                <a:ea typeface="Rubik"/>
                <a:cs typeface="Rubik"/>
                <a:sym typeface="Rubik"/>
              </a:rPr>
              <a:t>Nima </a:t>
            </a:r>
            <a:r>
              <a:rPr lang="en-US" sz="1800" b="1" dirty="0" err="1">
                <a:solidFill>
                  <a:schemeClr val="bg1"/>
                </a:solidFill>
                <a:latin typeface="Host Grotesk" panose="020B0504030402000203" pitchFamily="34" charset="0"/>
                <a:ea typeface="Rubik"/>
                <a:cs typeface="Rubik"/>
                <a:sym typeface="Rubik"/>
              </a:rPr>
              <a:t>uchun</a:t>
            </a:r>
            <a:r>
              <a:rPr lang="en-US" sz="1800" b="1" dirty="0">
                <a:solidFill>
                  <a:schemeClr val="bg1"/>
                </a:solidFill>
                <a:latin typeface="Host Grotesk" panose="020B0504030402000203" pitchFamily="34" charset="0"/>
                <a:ea typeface="Rubik"/>
                <a:cs typeface="Rubik"/>
                <a:sym typeface="Rubik"/>
              </a:rPr>
              <a:t> </a:t>
            </a:r>
            <a:r>
              <a:rPr lang="en-US" sz="1800" b="1" dirty="0" err="1">
                <a:solidFill>
                  <a:schemeClr val="bg1"/>
                </a:solidFill>
                <a:latin typeface="Host Grotesk" panose="020B0504030402000203" pitchFamily="34" charset="0"/>
                <a:ea typeface="Rubik"/>
                <a:cs typeface="Rubik"/>
                <a:sym typeface="Rubik"/>
              </a:rPr>
              <a:t>bu</a:t>
            </a:r>
            <a:r>
              <a:rPr lang="en-US" sz="1800" b="1" dirty="0">
                <a:solidFill>
                  <a:schemeClr val="bg1"/>
                </a:solidFill>
                <a:latin typeface="Host Grotesk" panose="020B0504030402000203" pitchFamily="34" charset="0"/>
                <a:ea typeface="Rubik"/>
                <a:cs typeface="Rubik"/>
                <a:sym typeface="Rubik"/>
              </a:rPr>
              <a:t> </a:t>
            </a:r>
            <a:r>
              <a:rPr lang="en-US" sz="1800" b="1" dirty="0" err="1">
                <a:solidFill>
                  <a:schemeClr val="bg1"/>
                </a:solidFill>
                <a:latin typeface="Host Grotesk" panose="020B0504030402000203" pitchFamily="34" charset="0"/>
                <a:ea typeface="Rubik"/>
                <a:cs typeface="Rubik"/>
                <a:sym typeface="Rubik"/>
              </a:rPr>
              <a:t>muammo</a:t>
            </a:r>
            <a:r>
              <a:rPr lang="en-US" sz="1800" b="1" dirty="0">
                <a:solidFill>
                  <a:schemeClr val="bg1"/>
                </a:solidFill>
                <a:latin typeface="Host Grotesk" panose="020B0504030402000203" pitchFamily="34" charset="0"/>
                <a:ea typeface="Rubik"/>
                <a:cs typeface="Rubik"/>
                <a:sym typeface="Rubik"/>
              </a:rPr>
              <a:t> </a:t>
            </a:r>
            <a:r>
              <a:rPr lang="en-US" sz="1800" b="1" dirty="0" err="1">
                <a:solidFill>
                  <a:schemeClr val="bg1"/>
                </a:solidFill>
                <a:latin typeface="Host Grotesk" panose="020B0504030402000203" pitchFamily="34" charset="0"/>
                <a:ea typeface="Rubik"/>
                <a:cs typeface="Rubik"/>
                <a:sym typeface="Rubik"/>
              </a:rPr>
              <a:t>bo’lishi</a:t>
            </a:r>
            <a:r>
              <a:rPr lang="en-US" sz="1800" b="1" dirty="0">
                <a:solidFill>
                  <a:schemeClr val="bg1"/>
                </a:solidFill>
                <a:latin typeface="Host Grotesk" panose="020B0504030402000203" pitchFamily="34" charset="0"/>
                <a:ea typeface="Rubik"/>
                <a:cs typeface="Rubik"/>
                <a:sym typeface="Rubik"/>
              </a:rPr>
              <a:t> </a:t>
            </a:r>
            <a:r>
              <a:rPr lang="en-US" sz="1800" b="1" dirty="0" err="1">
                <a:solidFill>
                  <a:schemeClr val="bg1"/>
                </a:solidFill>
                <a:latin typeface="Host Grotesk" panose="020B0504030402000203" pitchFamily="34" charset="0"/>
                <a:ea typeface="Rubik"/>
                <a:cs typeface="Rubik"/>
                <a:sym typeface="Rubik"/>
              </a:rPr>
              <a:t>mumkin</a:t>
            </a:r>
            <a:r>
              <a:rPr lang="en-US" sz="1800" b="1" dirty="0">
                <a:solidFill>
                  <a:schemeClr val="bg1"/>
                </a:solidFill>
                <a:latin typeface="Host Grotesk" panose="020B0504030402000203" pitchFamily="34" charset="0"/>
                <a:ea typeface="Rubik"/>
                <a:cs typeface="Rubik"/>
                <a:sym typeface="Rubik"/>
              </a:rPr>
              <a:t>? </a:t>
            </a:r>
          </a:p>
        </p:txBody>
      </p:sp>
    </p:spTree>
    <p:extLst>
      <p:ext uri="{BB962C8B-B14F-4D97-AF65-F5344CB8AC3E}">
        <p14:creationId xmlns:p14="http://schemas.microsoft.com/office/powerpoint/2010/main" val="31044859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1"/>
          <p:cNvSpPr txBox="1">
            <a:spLocks noGrp="1"/>
          </p:cNvSpPr>
          <p:nvPr>
            <p:ph type="title"/>
          </p:nvPr>
        </p:nvSpPr>
        <p:spPr>
          <a:xfrm>
            <a:off x="2284345" y="265175"/>
            <a:ext cx="401861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SzPts val="1100"/>
              <a:buNone/>
            </a:pPr>
            <a:r>
              <a:rPr lang="en" sz="3020" b="1" dirty="0">
                <a:solidFill>
                  <a:srgbClr val="00B0F0"/>
                </a:solidFill>
                <a:latin typeface="Host Grotesk" panose="020B0504030402000203" pitchFamily="34" charset="0"/>
                <a:ea typeface="Bitter"/>
                <a:cs typeface="Bitter"/>
                <a:sym typeface="Bitter"/>
              </a:rPr>
              <a:t>2. Noto’g’ri ma’lumot </a:t>
            </a:r>
            <a:endParaRPr sz="3020" b="1" dirty="0">
              <a:solidFill>
                <a:srgbClr val="00B0F0"/>
              </a:solidFill>
              <a:latin typeface="Host Grotesk" panose="020B0504030402000203" pitchFamily="34" charset="0"/>
              <a:ea typeface="Bitter"/>
              <a:cs typeface="Bitter"/>
              <a:sym typeface="Bitter"/>
            </a:endParaRPr>
          </a:p>
        </p:txBody>
      </p:sp>
      <p:sp>
        <p:nvSpPr>
          <p:cNvPr id="133" name="Google Shape;133;p21"/>
          <p:cNvSpPr txBox="1">
            <a:spLocks noGrp="1"/>
          </p:cNvSpPr>
          <p:nvPr>
            <p:ph type="sldNum" idx="12"/>
          </p:nvPr>
        </p:nvSpPr>
        <p:spPr>
          <a:xfrm>
            <a:off x="6672372" y="4578638"/>
            <a:ext cx="23583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11</a:t>
            </a:fld>
            <a:endParaRPr/>
          </a:p>
        </p:txBody>
      </p:sp>
      <p:sp>
        <p:nvSpPr>
          <p:cNvPr id="135" name="Google Shape;135;p21"/>
          <p:cNvSpPr txBox="1"/>
          <p:nvPr/>
        </p:nvSpPr>
        <p:spPr>
          <a:xfrm>
            <a:off x="1122625" y="716000"/>
            <a:ext cx="2766300" cy="351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3000">
              <a:solidFill>
                <a:schemeClr val="dk2"/>
              </a:solidFill>
              <a:latin typeface="Rubik"/>
              <a:ea typeface="Rubik"/>
              <a:cs typeface="Rubik"/>
              <a:sym typeface="Rubik"/>
            </a:endParaRPr>
          </a:p>
          <a:p>
            <a:pPr marL="0" lvl="0" indent="0" algn="l" rtl="0">
              <a:spcBef>
                <a:spcPts val="0"/>
              </a:spcBef>
              <a:spcAft>
                <a:spcPts val="0"/>
              </a:spcAft>
              <a:buNone/>
            </a:pPr>
            <a:endParaRPr sz="3000">
              <a:solidFill>
                <a:schemeClr val="dk2"/>
              </a:solidFill>
              <a:latin typeface="Rubik"/>
              <a:ea typeface="Rubik"/>
              <a:cs typeface="Rubik"/>
              <a:sym typeface="Rubik"/>
            </a:endParaRPr>
          </a:p>
        </p:txBody>
      </p:sp>
      <p:sp>
        <p:nvSpPr>
          <p:cNvPr id="136" name="Google Shape;136;p21"/>
          <p:cNvSpPr txBox="1"/>
          <p:nvPr/>
        </p:nvSpPr>
        <p:spPr>
          <a:xfrm>
            <a:off x="337525" y="1012550"/>
            <a:ext cx="2934900" cy="356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1"/>
              </a:solidFill>
              <a:latin typeface="Rubik"/>
              <a:ea typeface="Rubik"/>
              <a:cs typeface="Rubik"/>
              <a:sym typeface="Rubik"/>
            </a:endParaRPr>
          </a:p>
        </p:txBody>
      </p:sp>
      <p:sp>
        <p:nvSpPr>
          <p:cNvPr id="137" name="Google Shape;137;p21"/>
          <p:cNvSpPr txBox="1"/>
          <p:nvPr/>
        </p:nvSpPr>
        <p:spPr>
          <a:xfrm>
            <a:off x="5062800" y="1328075"/>
            <a:ext cx="3448500" cy="186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latin typeface="Rubik"/>
              <a:ea typeface="Rubik"/>
              <a:cs typeface="Rubik"/>
              <a:sym typeface="Rubik"/>
            </a:endParaRPr>
          </a:p>
        </p:txBody>
      </p:sp>
      <p:sp>
        <p:nvSpPr>
          <p:cNvPr id="138" name="Google Shape;138;p21"/>
          <p:cNvSpPr txBox="1"/>
          <p:nvPr/>
        </p:nvSpPr>
        <p:spPr>
          <a:xfrm>
            <a:off x="2303925" y="2362625"/>
            <a:ext cx="3037800" cy="107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400">
              <a:solidFill>
                <a:schemeClr val="dk2"/>
              </a:solidFill>
              <a:latin typeface="Rubik"/>
              <a:ea typeface="Rubik"/>
              <a:cs typeface="Rubik"/>
              <a:sym typeface="Rubik"/>
            </a:endParaRPr>
          </a:p>
        </p:txBody>
      </p:sp>
      <p:pic>
        <p:nvPicPr>
          <p:cNvPr id="139" name="Google Shape;139;p21"/>
          <p:cNvPicPr preferRelativeResize="0"/>
          <p:nvPr/>
        </p:nvPicPr>
        <p:blipFill rotWithShape="1">
          <a:blip r:embed="rId3">
            <a:alphaModFix/>
          </a:blip>
          <a:srcRect l="68377" t="42726" r="6990" b="4868"/>
          <a:stretch/>
        </p:blipFill>
        <p:spPr>
          <a:xfrm>
            <a:off x="8432825" y="370875"/>
            <a:ext cx="711173" cy="851124"/>
          </a:xfrm>
          <a:prstGeom prst="rect">
            <a:avLst/>
          </a:prstGeom>
          <a:noFill/>
          <a:ln>
            <a:noFill/>
          </a:ln>
        </p:spPr>
      </p:pic>
      <p:sp>
        <p:nvSpPr>
          <p:cNvPr id="140" name="Google Shape;140;p21"/>
          <p:cNvSpPr txBox="1"/>
          <p:nvPr/>
        </p:nvSpPr>
        <p:spPr>
          <a:xfrm>
            <a:off x="3446175" y="894377"/>
            <a:ext cx="5429400" cy="4402423"/>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1200"/>
              </a:spcBef>
              <a:spcAft>
                <a:spcPts val="0"/>
              </a:spcAft>
              <a:buNone/>
            </a:pPr>
            <a:r>
              <a:rPr lang="en" sz="2000" b="1" dirty="0">
                <a:solidFill>
                  <a:srgbClr val="00B0F0"/>
                </a:solidFill>
                <a:latin typeface="Host Grotesk" panose="020B0504030402000203" pitchFamily="34" charset="0"/>
                <a:ea typeface="Rubik"/>
                <a:cs typeface="Rubik"/>
                <a:sym typeface="Rubik"/>
              </a:rPr>
              <a:t>Misol: Katta yo’ldagi akula rasmi</a:t>
            </a:r>
            <a:endParaRPr sz="2000" b="1" dirty="0">
              <a:solidFill>
                <a:srgbClr val="00B0F0"/>
              </a:solidFill>
              <a:latin typeface="Host Grotesk" panose="020B0504030402000203" pitchFamily="34" charset="0"/>
              <a:ea typeface="Rubik"/>
              <a:cs typeface="Rubik"/>
              <a:sym typeface="Rubik"/>
            </a:endParaRPr>
          </a:p>
          <a:p>
            <a:pPr marL="0" lvl="0" indent="0" algn="ctr" rtl="0">
              <a:lnSpc>
                <a:spcPct val="100000"/>
              </a:lnSpc>
              <a:spcBef>
                <a:spcPts val="0"/>
              </a:spcBef>
              <a:spcAft>
                <a:spcPts val="0"/>
              </a:spcAft>
              <a:buNone/>
            </a:pPr>
            <a:r>
              <a:rPr lang="en" sz="1600" dirty="0">
                <a:solidFill>
                  <a:schemeClr val="dk1"/>
                </a:solidFill>
                <a:latin typeface="Host Grotesk" panose="020B0504030402000203" pitchFamily="34" charset="0"/>
                <a:ea typeface="Rubik"/>
                <a:cs typeface="Rubik"/>
                <a:sym typeface="Rubik"/>
              </a:rPr>
              <a:t>Bo’rondan keyin suv bosgan katta yo’lda suzayotgan akulani tasavvur qiling. Rasm haqiqiy/tabiiy ko’rinadi va odamlar uni ijtimoiy tarmoqlarda baham ko’rishni boshlashadi: </a:t>
            </a:r>
            <a:r>
              <a:rPr lang="en" sz="1600" i="1" dirty="0">
                <a:solidFill>
                  <a:schemeClr val="dk1"/>
                </a:solidFill>
                <a:latin typeface="Host Grotesk" panose="020B0504030402000203" pitchFamily="34" charset="0"/>
                <a:ea typeface="Rubik"/>
                <a:cs typeface="Rubik"/>
                <a:sym typeface="Rubik"/>
              </a:rPr>
              <a:t>“Bo’ron paytida nima bo’lganini qarang!"</a:t>
            </a:r>
            <a:endParaRPr sz="1600" i="1" dirty="0">
              <a:solidFill>
                <a:schemeClr val="dk1"/>
              </a:solidFill>
              <a:latin typeface="Host Grotesk" panose="020B0504030402000203" pitchFamily="34" charset="0"/>
              <a:ea typeface="Rubik"/>
              <a:cs typeface="Rubik"/>
              <a:sym typeface="Rubik"/>
            </a:endParaRPr>
          </a:p>
          <a:p>
            <a:pPr marL="0" lvl="0" indent="0" algn="ctr" rtl="0">
              <a:lnSpc>
                <a:spcPct val="100000"/>
              </a:lnSpc>
              <a:spcBef>
                <a:spcPts val="1200"/>
              </a:spcBef>
              <a:spcAft>
                <a:spcPts val="0"/>
              </a:spcAft>
              <a:buNone/>
            </a:pPr>
            <a:r>
              <a:rPr lang="en" sz="2000" b="1" dirty="0">
                <a:solidFill>
                  <a:srgbClr val="00B0F0"/>
                </a:solidFill>
                <a:latin typeface="Host Grotesk" panose="020B0504030402000203" pitchFamily="34" charset="0"/>
                <a:ea typeface="Rubik"/>
                <a:cs typeface="Rubik"/>
                <a:sym typeface="Rubik"/>
              </a:rPr>
              <a:t>Noto’g’ri ma’lumot</a:t>
            </a:r>
            <a:endParaRPr sz="2000" b="1" dirty="0">
              <a:solidFill>
                <a:srgbClr val="00B0F0"/>
              </a:solidFill>
              <a:latin typeface="Host Grotesk" panose="020B0504030402000203" pitchFamily="34" charset="0"/>
              <a:ea typeface="Rubik"/>
              <a:cs typeface="Rubik"/>
              <a:sym typeface="Rubik"/>
            </a:endParaRPr>
          </a:p>
          <a:p>
            <a:pPr marL="0" lvl="0" indent="0" algn="ctr" rtl="0">
              <a:lnSpc>
                <a:spcPct val="100000"/>
              </a:lnSpc>
              <a:spcBef>
                <a:spcPts val="200"/>
              </a:spcBef>
              <a:spcAft>
                <a:spcPts val="0"/>
              </a:spcAft>
              <a:buNone/>
            </a:pPr>
            <a:r>
              <a:rPr lang="en" sz="1600" dirty="0">
                <a:solidFill>
                  <a:schemeClr val="dk1"/>
                </a:solidFill>
                <a:latin typeface="Host Grotesk" panose="020B0504030402000203" pitchFamily="34" charset="0"/>
                <a:ea typeface="Rubik"/>
                <a:cs typeface="Rubik"/>
                <a:sym typeface="Rubik"/>
              </a:rPr>
              <a:t>Lekin rasm soxta bo’lsa-chi? U SI vositalari yoki ushbu ikkala rasmni birlashtira oladigan boshqa dasturiy ta’minot yordamida yaratilgan bo’lishi mumkin. Bu vositalar shunchalik haqiqiy va ishonarli ko’rinadigan tasvirlarni yaratishi mumkin, ularni soxta deyish qiyin.</a:t>
            </a:r>
            <a:endParaRPr sz="1600" dirty="0">
              <a:solidFill>
                <a:schemeClr val="dk1"/>
              </a:solidFill>
              <a:latin typeface="Host Grotesk" panose="020B0504030402000203" pitchFamily="34" charset="0"/>
              <a:ea typeface="Rubik"/>
              <a:cs typeface="Rubik"/>
              <a:sym typeface="Rubik"/>
            </a:endParaRPr>
          </a:p>
          <a:p>
            <a:pPr marL="0" lvl="0" indent="0" algn="ctr" rtl="0">
              <a:lnSpc>
                <a:spcPct val="100000"/>
              </a:lnSpc>
              <a:spcBef>
                <a:spcPts val="1200"/>
              </a:spcBef>
              <a:spcAft>
                <a:spcPts val="200"/>
              </a:spcAft>
              <a:buNone/>
            </a:pPr>
            <a:r>
              <a:rPr lang="en" sz="1800" b="1" dirty="0">
                <a:solidFill>
                  <a:schemeClr val="dk1"/>
                </a:solidFill>
                <a:latin typeface="Host Grotesk" panose="020B0504030402000203" pitchFamily="34" charset="0"/>
                <a:ea typeface="Rubik"/>
                <a:cs typeface="Rubik"/>
                <a:sym typeface="Rubik"/>
              </a:rPr>
              <a:t>Bu nima uchun muammo?</a:t>
            </a:r>
            <a:endParaRPr sz="1800" dirty="0">
              <a:solidFill>
                <a:schemeClr val="dk2"/>
              </a:solidFill>
              <a:latin typeface="Host Grotesk" panose="020B0504030402000203" pitchFamily="34" charset="0"/>
            </a:endParaRPr>
          </a:p>
        </p:txBody>
      </p:sp>
      <p:pic>
        <p:nvPicPr>
          <p:cNvPr id="141" name="Google Shape;141;p21"/>
          <p:cNvPicPr preferRelativeResize="0"/>
          <p:nvPr/>
        </p:nvPicPr>
        <p:blipFill>
          <a:blip r:embed="rId4">
            <a:alphaModFix/>
          </a:blip>
          <a:stretch>
            <a:fillRect/>
          </a:stretch>
        </p:blipFill>
        <p:spPr>
          <a:xfrm>
            <a:off x="225089" y="1192884"/>
            <a:ext cx="3284639" cy="3284639"/>
          </a:xfrm>
          <a:prstGeom prst="rect">
            <a:avLst/>
          </a:prstGeom>
          <a:noFill/>
          <a:ln>
            <a:noFill/>
          </a:ln>
        </p:spPr>
      </p:pic>
      <p:sp>
        <p:nvSpPr>
          <p:cNvPr id="142" name="Google Shape;142;p21"/>
          <p:cNvSpPr txBox="1"/>
          <p:nvPr/>
        </p:nvSpPr>
        <p:spPr>
          <a:xfrm>
            <a:off x="113328" y="4477523"/>
            <a:ext cx="3199200" cy="26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chemeClr val="tx1"/>
                </a:solidFill>
                <a:latin typeface="Host Grotesk" panose="020B0504030402000203" pitchFamily="34" charset="0"/>
              </a:rPr>
              <a:t>Copilot tomonidan yaratilgan</a:t>
            </a:r>
            <a:endParaRPr sz="1200" dirty="0">
              <a:solidFill>
                <a:schemeClr val="tx1"/>
              </a:solidFill>
              <a:latin typeface="Host Grotesk" panose="020B0504030402000203" pitchFamily="34" charset="0"/>
            </a:endParaRPr>
          </a:p>
        </p:txBody>
      </p:sp>
      <p:pic>
        <p:nvPicPr>
          <p:cNvPr id="2" name="Picture 1" descr="A logo on a black background&#10;&#10;Description automatically generated">
            <a:extLst>
              <a:ext uri="{FF2B5EF4-FFF2-40B4-BE49-F238E27FC236}">
                <a16:creationId xmlns:a16="http://schemas.microsoft.com/office/drawing/2014/main" id="{FA3C4EE2-7350-5AA6-ED0A-7D0FE0B1C147}"/>
              </a:ext>
            </a:extLst>
          </p:cNvPr>
          <p:cNvPicPr>
            <a:picLocks noChangeAspect="1"/>
          </p:cNvPicPr>
          <p:nvPr/>
        </p:nvPicPr>
        <p:blipFill>
          <a:blip r:embed="rId5" cstate="print">
            <a:extLst>
              <a:ext uri="{28A0092B-C50C-407E-A947-70E740481C1C}">
                <a14:useLocalDpi xmlns:a14="http://schemas.microsoft.com/office/drawing/2010/main" val="0"/>
              </a:ext>
            </a:extLst>
          </a:blip>
          <a:srcRect l="17966" t="41761" r="13807" b="41509"/>
          <a:stretch/>
        </p:blipFill>
        <p:spPr>
          <a:xfrm>
            <a:off x="485775" y="434278"/>
            <a:ext cx="1441011" cy="353337"/>
          </a:xfrm>
          <a:prstGeom prst="rect">
            <a:avLst/>
          </a:prstGeom>
        </p:spPr>
      </p:pic>
      <p:sp>
        <p:nvSpPr>
          <p:cNvPr id="3" name="Прямоугольник 7">
            <a:extLst>
              <a:ext uri="{FF2B5EF4-FFF2-40B4-BE49-F238E27FC236}">
                <a16:creationId xmlns:a16="http://schemas.microsoft.com/office/drawing/2014/main" id="{E66C01DA-7D44-50E1-DA49-8690FC429C05}"/>
              </a:ext>
            </a:extLst>
          </p:cNvPr>
          <p:cNvSpPr/>
          <p:nvPr/>
        </p:nvSpPr>
        <p:spPr>
          <a:xfrm>
            <a:off x="0" y="4826873"/>
            <a:ext cx="9144000" cy="316627"/>
          </a:xfrm>
          <a:prstGeom prst="rect">
            <a:avLst/>
          </a:prstGeom>
          <a:solidFill>
            <a:srgbClr val="4AC0F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ru-RU" altLang="en-US" sz="1800" b="1" dirty="0">
              <a:solidFill>
                <a:schemeClr val="bg1"/>
              </a:solidFill>
              <a:latin typeface="Century Gothic" panose="020B0502020202020204" pitchFamily="34" charset="0"/>
            </a:endParaRPr>
          </a:p>
        </p:txBody>
      </p:sp>
      <p:pic>
        <p:nvPicPr>
          <p:cNvPr id="4" name="Picture 3" descr="A yellow star on a black background&#10;&#10;Description automatically generated">
            <a:extLst>
              <a:ext uri="{FF2B5EF4-FFF2-40B4-BE49-F238E27FC236}">
                <a16:creationId xmlns:a16="http://schemas.microsoft.com/office/drawing/2014/main" id="{E6FF7F24-E999-3DDF-F2F7-AB4A78358DDC}"/>
              </a:ext>
            </a:extLst>
          </p:cNvPr>
          <p:cNvPicPr>
            <a:picLocks noChangeAspect="1"/>
          </p:cNvPicPr>
          <p:nvPr/>
        </p:nvPicPr>
        <p:blipFill>
          <a:blip r:embed="rId6"/>
          <a:stretch>
            <a:fillRect/>
          </a:stretch>
        </p:blipFill>
        <p:spPr>
          <a:xfrm>
            <a:off x="1490648" y="81876"/>
            <a:ext cx="628654" cy="628654"/>
          </a:xfrm>
          <a:prstGeom prst="rect">
            <a:avLst/>
          </a:prstGeom>
        </p:spPr>
      </p:pic>
      <p:graphicFrame>
        <p:nvGraphicFramePr>
          <p:cNvPr id="5" name="Объект 7">
            <a:extLst>
              <a:ext uri="{FF2B5EF4-FFF2-40B4-BE49-F238E27FC236}">
                <a16:creationId xmlns:a16="http://schemas.microsoft.com/office/drawing/2014/main" id="{569FD1AF-F8AC-82C4-3267-2D25EF0E12F5}"/>
              </a:ext>
            </a:extLst>
          </p:cNvPr>
          <p:cNvGraphicFramePr/>
          <p:nvPr>
            <p:extLst>
              <p:ext uri="{D42A27DB-BD31-4B8C-83A1-F6EECF244321}">
                <p14:modId xmlns:p14="http://schemas.microsoft.com/office/powerpoint/2010/main" val="1453181637"/>
              </p:ext>
            </p:extLst>
          </p:nvPr>
        </p:nvGraphicFramePr>
        <p:xfrm>
          <a:off x="2284345" y="4489073"/>
          <a:ext cx="436245" cy="590550"/>
        </p:xfrm>
        <a:graphic>
          <a:graphicData uri="http://schemas.openxmlformats.org/presentationml/2006/ole">
            <mc:AlternateContent xmlns:mc="http://schemas.openxmlformats.org/markup-compatibility/2006">
              <mc:Choice xmlns:v="urn:schemas-microsoft-com:vml" Requires="v">
                <p:oleObj r:id="rId7" imgW="469900" imgH="624840" progId="CorelDraw.Graphic.25">
                  <p:embed/>
                </p:oleObj>
              </mc:Choice>
              <mc:Fallback>
                <p:oleObj r:id="rId7" imgW="469900" imgH="624840" progId="CorelDraw.Graphic.25">
                  <p:embed/>
                  <p:pic>
                    <p:nvPicPr>
                      <p:cNvPr id="14" name="Объект 7">
                        <a:extLst>
                          <a:ext uri="{FF2B5EF4-FFF2-40B4-BE49-F238E27FC236}">
                            <a16:creationId xmlns:a16="http://schemas.microsoft.com/office/drawing/2014/main" id="{EA71442E-7379-D102-D9A2-4C5A459AB2B9}"/>
                          </a:ext>
                        </a:extLst>
                      </p:cNvPr>
                      <p:cNvPicPr/>
                      <p:nvPr/>
                    </p:nvPicPr>
                    <p:blipFill>
                      <a:blip r:embed="rId8"/>
                      <a:stretch>
                        <a:fillRect/>
                      </a:stretch>
                    </p:blipFill>
                    <p:spPr>
                      <a:xfrm>
                        <a:off x="2284345" y="4489073"/>
                        <a:ext cx="436245" cy="590550"/>
                      </a:xfrm>
                      <a:prstGeom prst="rect">
                        <a:avLst/>
                      </a:prstGeom>
                    </p:spPr>
                  </p:pic>
                </p:oleObj>
              </mc:Fallback>
            </mc:AlternateContent>
          </a:graphicData>
        </a:graphic>
      </p:graphicFrame>
      <p:graphicFrame>
        <p:nvGraphicFramePr>
          <p:cNvPr id="6" name="Объект 13">
            <a:extLst>
              <a:ext uri="{FF2B5EF4-FFF2-40B4-BE49-F238E27FC236}">
                <a16:creationId xmlns:a16="http://schemas.microsoft.com/office/drawing/2014/main" id="{0499183E-DE2D-A062-A798-81EF34391E23}"/>
              </a:ext>
            </a:extLst>
          </p:cNvPr>
          <p:cNvGraphicFramePr/>
          <p:nvPr>
            <p:extLst>
              <p:ext uri="{D42A27DB-BD31-4B8C-83A1-F6EECF244321}">
                <p14:modId xmlns:p14="http://schemas.microsoft.com/office/powerpoint/2010/main" val="4167585074"/>
              </p:ext>
            </p:extLst>
          </p:nvPr>
        </p:nvGraphicFramePr>
        <p:xfrm>
          <a:off x="7407264" y="2571750"/>
          <a:ext cx="397794" cy="355741"/>
        </p:xfrm>
        <a:graphic>
          <a:graphicData uri="http://schemas.openxmlformats.org/presentationml/2006/ole">
            <mc:AlternateContent xmlns:mc="http://schemas.openxmlformats.org/markup-compatibility/2006">
              <mc:Choice xmlns:v="urn:schemas-microsoft-com:vml" Requires="v">
                <p:oleObj r:id="rId9" imgW="663575" imgH="618490" progId="CorelDraw.Graphic.25">
                  <p:embed/>
                </p:oleObj>
              </mc:Choice>
              <mc:Fallback>
                <p:oleObj r:id="rId9" imgW="663575" imgH="618490" progId="CorelDraw.Graphic.25">
                  <p:embed/>
                  <p:pic>
                    <p:nvPicPr>
                      <p:cNvPr id="15" name="Объект 13">
                        <a:extLst>
                          <a:ext uri="{FF2B5EF4-FFF2-40B4-BE49-F238E27FC236}">
                            <a16:creationId xmlns:a16="http://schemas.microsoft.com/office/drawing/2014/main" id="{1D41705B-2A2E-C5A1-3E8C-F70818E209C1}"/>
                          </a:ext>
                        </a:extLst>
                      </p:cNvPr>
                      <p:cNvPicPr/>
                      <p:nvPr/>
                    </p:nvPicPr>
                    <p:blipFill>
                      <a:blip r:embed="rId10"/>
                      <a:stretch>
                        <a:fillRect/>
                      </a:stretch>
                    </p:blipFill>
                    <p:spPr>
                      <a:xfrm>
                        <a:off x="7407264" y="2571750"/>
                        <a:ext cx="397794" cy="355741"/>
                      </a:xfrm>
                      <a:prstGeom prst="rect">
                        <a:avLst/>
                      </a:prstGeom>
                    </p:spPr>
                  </p:pic>
                </p:oleObj>
              </mc:Fallback>
            </mc:AlternateContent>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2"/>
          <p:cNvSpPr txBox="1">
            <a:spLocks noGrp="1"/>
          </p:cNvSpPr>
          <p:nvPr>
            <p:ph type="title"/>
          </p:nvPr>
        </p:nvSpPr>
        <p:spPr>
          <a:xfrm>
            <a:off x="3005250" y="140711"/>
            <a:ext cx="41151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SzPts val="1100"/>
              <a:buNone/>
            </a:pPr>
            <a:r>
              <a:rPr lang="en" sz="3020" b="1" dirty="0">
                <a:solidFill>
                  <a:srgbClr val="00B0F0"/>
                </a:solidFill>
                <a:latin typeface="Host Grotesk" panose="020B0504030402000203" pitchFamily="34" charset="0"/>
                <a:ea typeface="Bitter"/>
                <a:cs typeface="Bitter"/>
                <a:sym typeface="Bitter"/>
              </a:rPr>
              <a:t>3. Tushunarlilik  </a:t>
            </a:r>
            <a:endParaRPr sz="3020" b="1" dirty="0">
              <a:solidFill>
                <a:srgbClr val="00B0F0"/>
              </a:solidFill>
              <a:latin typeface="Host Grotesk" panose="020B0504030402000203" pitchFamily="34" charset="0"/>
              <a:ea typeface="Bitter"/>
              <a:cs typeface="Bitter"/>
              <a:sym typeface="Bitter"/>
            </a:endParaRPr>
          </a:p>
        </p:txBody>
      </p:sp>
      <p:sp>
        <p:nvSpPr>
          <p:cNvPr id="150" name="Google Shape;150;p22"/>
          <p:cNvSpPr txBox="1"/>
          <p:nvPr/>
        </p:nvSpPr>
        <p:spPr>
          <a:xfrm>
            <a:off x="1122625" y="716000"/>
            <a:ext cx="2766300" cy="351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3000">
              <a:solidFill>
                <a:schemeClr val="dk2"/>
              </a:solidFill>
              <a:latin typeface="Host Grotesk" panose="020B0504030402000203" pitchFamily="34" charset="0"/>
              <a:ea typeface="Rubik"/>
              <a:cs typeface="Rubik"/>
              <a:sym typeface="Rubik"/>
            </a:endParaRPr>
          </a:p>
          <a:p>
            <a:pPr marL="0" lvl="0" indent="0" algn="l" rtl="0">
              <a:spcBef>
                <a:spcPts val="0"/>
              </a:spcBef>
              <a:spcAft>
                <a:spcPts val="0"/>
              </a:spcAft>
              <a:buNone/>
            </a:pPr>
            <a:endParaRPr sz="3000">
              <a:solidFill>
                <a:schemeClr val="dk2"/>
              </a:solidFill>
              <a:latin typeface="Host Grotesk" panose="020B0504030402000203" pitchFamily="34" charset="0"/>
              <a:ea typeface="Rubik"/>
              <a:cs typeface="Rubik"/>
              <a:sym typeface="Rubik"/>
            </a:endParaRPr>
          </a:p>
        </p:txBody>
      </p:sp>
      <p:sp>
        <p:nvSpPr>
          <p:cNvPr id="151" name="Google Shape;151;p22"/>
          <p:cNvSpPr txBox="1"/>
          <p:nvPr/>
        </p:nvSpPr>
        <p:spPr>
          <a:xfrm>
            <a:off x="337525" y="1012550"/>
            <a:ext cx="2934900" cy="356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1"/>
              </a:solidFill>
              <a:latin typeface="Host Grotesk" panose="020B0504030402000203" pitchFamily="34" charset="0"/>
              <a:ea typeface="Rubik"/>
              <a:cs typeface="Rubik"/>
              <a:sym typeface="Rubik"/>
            </a:endParaRPr>
          </a:p>
        </p:txBody>
      </p:sp>
      <p:sp>
        <p:nvSpPr>
          <p:cNvPr id="152" name="Google Shape;152;p22"/>
          <p:cNvSpPr txBox="1"/>
          <p:nvPr/>
        </p:nvSpPr>
        <p:spPr>
          <a:xfrm>
            <a:off x="5062800" y="1328075"/>
            <a:ext cx="3448500" cy="186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latin typeface="Host Grotesk" panose="020B0504030402000203" pitchFamily="34" charset="0"/>
              <a:ea typeface="Rubik"/>
              <a:cs typeface="Rubik"/>
              <a:sym typeface="Rubik"/>
            </a:endParaRPr>
          </a:p>
        </p:txBody>
      </p:sp>
      <p:sp>
        <p:nvSpPr>
          <p:cNvPr id="153" name="Google Shape;153;p22"/>
          <p:cNvSpPr txBox="1"/>
          <p:nvPr/>
        </p:nvSpPr>
        <p:spPr>
          <a:xfrm>
            <a:off x="2936825" y="3661450"/>
            <a:ext cx="3522758" cy="689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Clr>
                <a:schemeClr val="dk1"/>
              </a:buClr>
              <a:buSzPts val="1100"/>
              <a:buFont typeface="Arial"/>
              <a:buNone/>
            </a:pPr>
            <a:r>
              <a:rPr lang="en" sz="2200" b="1" dirty="0">
                <a:solidFill>
                  <a:schemeClr val="dk1"/>
                </a:solidFill>
                <a:latin typeface="Host Grotesk" panose="020B0504030402000203" pitchFamily="34" charset="0"/>
                <a:ea typeface="Rubik"/>
                <a:cs typeface="Rubik"/>
                <a:sym typeface="Rubik"/>
              </a:rPr>
              <a:t>Bu nima uchun muammo? </a:t>
            </a:r>
            <a:endParaRPr sz="2200" b="1" dirty="0">
              <a:solidFill>
                <a:schemeClr val="dk1"/>
              </a:solidFill>
              <a:latin typeface="Host Grotesk" panose="020B0504030402000203" pitchFamily="34" charset="0"/>
              <a:ea typeface="Rubik"/>
              <a:cs typeface="Rubik"/>
              <a:sym typeface="Rubik"/>
            </a:endParaRPr>
          </a:p>
        </p:txBody>
      </p:sp>
      <p:sp>
        <p:nvSpPr>
          <p:cNvPr id="154" name="Google Shape;154;p22"/>
          <p:cNvSpPr txBox="1"/>
          <p:nvPr/>
        </p:nvSpPr>
        <p:spPr>
          <a:xfrm>
            <a:off x="2303925" y="2362625"/>
            <a:ext cx="3037800" cy="107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400">
              <a:solidFill>
                <a:schemeClr val="dk2"/>
              </a:solidFill>
              <a:latin typeface="Host Grotesk" panose="020B0504030402000203" pitchFamily="34" charset="0"/>
              <a:ea typeface="Rubik"/>
              <a:cs typeface="Rubik"/>
              <a:sym typeface="Rubik"/>
            </a:endParaRPr>
          </a:p>
        </p:txBody>
      </p:sp>
      <p:sp>
        <p:nvSpPr>
          <p:cNvPr id="155" name="Google Shape;155;p22"/>
          <p:cNvSpPr txBox="1"/>
          <p:nvPr/>
        </p:nvSpPr>
        <p:spPr>
          <a:xfrm>
            <a:off x="337525" y="509335"/>
            <a:ext cx="8440500" cy="3195711"/>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1200"/>
              </a:spcBef>
              <a:spcAft>
                <a:spcPts val="0"/>
              </a:spcAft>
              <a:buNone/>
            </a:pPr>
            <a:r>
              <a:rPr lang="en" sz="2400" dirty="0">
                <a:solidFill>
                  <a:schemeClr val="dk1"/>
                </a:solidFill>
                <a:latin typeface="Host Grotesk" panose="020B0504030402000203" pitchFamily="34" charset="0"/>
                <a:ea typeface="Rubik"/>
                <a:cs typeface="Rubik"/>
                <a:sym typeface="Rubik"/>
              </a:rPr>
              <a:t>     </a:t>
            </a:r>
            <a:r>
              <a:rPr lang="en" sz="2400" b="1" dirty="0">
                <a:solidFill>
                  <a:srgbClr val="00B0F0"/>
                </a:solidFill>
                <a:latin typeface="Host Grotesk" panose="020B0504030402000203" pitchFamily="34" charset="0"/>
                <a:ea typeface="Rubik"/>
                <a:cs typeface="Rubik"/>
                <a:sym typeface="Rubik"/>
              </a:rPr>
              <a:t>Misol: Streaming ilovasidan tavsiyalar</a:t>
            </a:r>
            <a:endParaRPr sz="2400" b="1" dirty="0">
              <a:solidFill>
                <a:srgbClr val="00B0F0"/>
              </a:solidFill>
              <a:latin typeface="Host Grotesk" panose="020B0504030402000203" pitchFamily="34" charset="0"/>
              <a:ea typeface="Rubik"/>
              <a:cs typeface="Rubik"/>
              <a:sym typeface="Rubik"/>
            </a:endParaRPr>
          </a:p>
          <a:p>
            <a:pPr marL="0" lvl="0" indent="0" algn="l" rtl="0">
              <a:spcBef>
                <a:spcPts val="0"/>
              </a:spcBef>
              <a:spcAft>
                <a:spcPts val="0"/>
              </a:spcAft>
              <a:buNone/>
            </a:pPr>
            <a:r>
              <a:rPr lang="en" sz="2000" dirty="0">
                <a:solidFill>
                  <a:schemeClr val="dk1"/>
                </a:solidFill>
                <a:latin typeface="Host Grotesk" panose="020B0504030402000203" pitchFamily="34" charset="0"/>
                <a:ea typeface="Rubik"/>
                <a:cs typeface="Rubik"/>
                <a:sym typeface="Rubik"/>
              </a:rPr>
              <a:t>Musiqa yoki kino ilova ochishni tasavvur qiling. Siz musiqa yoki kinoning quyidagicha tavsiyasini ko’rasiz:</a:t>
            </a:r>
          </a:p>
          <a:p>
            <a:pPr marL="0" lvl="0" indent="0" algn="l" rtl="0">
              <a:spcBef>
                <a:spcPts val="0"/>
              </a:spcBef>
              <a:spcAft>
                <a:spcPts val="0"/>
              </a:spcAft>
              <a:buNone/>
            </a:pPr>
            <a:r>
              <a:rPr lang="en" sz="2000" dirty="0">
                <a:solidFill>
                  <a:schemeClr val="dk1"/>
                </a:solidFill>
                <a:latin typeface="Host Grotesk" panose="020B0504030402000203" pitchFamily="34" charset="0"/>
                <a:ea typeface="Rubik"/>
                <a:cs typeface="Rubik"/>
                <a:sym typeface="Rubik"/>
              </a:rPr>
              <a:t> "Bu sizga yoqqani uchun, biz sizga quyidagilar ham yoqadi deb o’ylaymiz” _____."</a:t>
            </a:r>
            <a:endParaRPr sz="2000" dirty="0">
              <a:solidFill>
                <a:schemeClr val="dk1"/>
              </a:solidFill>
              <a:latin typeface="Host Grotesk" panose="020B0504030402000203" pitchFamily="34" charset="0"/>
              <a:ea typeface="Rubik"/>
              <a:cs typeface="Rubik"/>
              <a:sym typeface="Rubik"/>
            </a:endParaRPr>
          </a:p>
          <a:p>
            <a:pPr marL="0" lvl="0" indent="0" algn="l" rtl="0">
              <a:spcBef>
                <a:spcPts val="0"/>
              </a:spcBef>
              <a:spcAft>
                <a:spcPts val="0"/>
              </a:spcAft>
              <a:buNone/>
            </a:pPr>
            <a:endParaRPr sz="2000" dirty="0">
              <a:solidFill>
                <a:schemeClr val="dk1"/>
              </a:solidFill>
              <a:latin typeface="Host Grotesk" panose="020B0504030402000203" pitchFamily="34" charset="0"/>
              <a:ea typeface="Rubik"/>
              <a:cs typeface="Rubik"/>
              <a:sym typeface="Rubik"/>
            </a:endParaRPr>
          </a:p>
          <a:p>
            <a:pPr marL="0" lvl="0" indent="0" algn="l" rtl="0">
              <a:spcBef>
                <a:spcPts val="0"/>
              </a:spcBef>
              <a:spcAft>
                <a:spcPts val="0"/>
              </a:spcAft>
              <a:buNone/>
            </a:pPr>
            <a:r>
              <a:rPr lang="en" sz="2000" dirty="0">
                <a:solidFill>
                  <a:schemeClr val="dk1"/>
                </a:solidFill>
                <a:latin typeface="Host Grotesk" panose="020B0504030402000203" pitchFamily="34" charset="0"/>
                <a:ea typeface="Rubik"/>
                <a:cs typeface="Rubik"/>
                <a:sym typeface="Rubik"/>
              </a:rPr>
              <a:t>Bu ilovalar tomonidan foydalanilgan SI keyingi harakatingizni tahlil qilib, keyin nimadan zavq olishingizni taxmin qiladi. Lekin siz nega buni tavsiya qilganini so’rasangiz aniq javob ololmaysiz.</a:t>
            </a:r>
            <a:endParaRPr sz="2000" dirty="0">
              <a:solidFill>
                <a:schemeClr val="dk2"/>
              </a:solidFill>
              <a:latin typeface="Host Grotesk" panose="020B0504030402000203" pitchFamily="34" charset="0"/>
            </a:endParaRPr>
          </a:p>
        </p:txBody>
      </p:sp>
      <p:pic>
        <p:nvPicPr>
          <p:cNvPr id="156" name="Google Shape;156;p22"/>
          <p:cNvPicPr preferRelativeResize="0"/>
          <p:nvPr/>
        </p:nvPicPr>
        <p:blipFill rotWithShape="1">
          <a:blip r:embed="rId3">
            <a:alphaModFix/>
          </a:blip>
          <a:srcRect l="8890" t="62054" r="68283" b="7012"/>
          <a:stretch/>
        </p:blipFill>
        <p:spPr>
          <a:xfrm>
            <a:off x="8100325" y="47138"/>
            <a:ext cx="1003574" cy="765026"/>
          </a:xfrm>
          <a:prstGeom prst="rect">
            <a:avLst/>
          </a:prstGeom>
          <a:noFill/>
          <a:ln>
            <a:noFill/>
          </a:ln>
        </p:spPr>
      </p:pic>
      <p:pic>
        <p:nvPicPr>
          <p:cNvPr id="157" name="Google Shape;157;p22" descr="Iphone App Images | Free Smartphone Application User Interface ..."/>
          <p:cNvPicPr preferRelativeResize="0"/>
          <p:nvPr/>
        </p:nvPicPr>
        <p:blipFill>
          <a:blip r:embed="rId4">
            <a:alphaModFix/>
          </a:blip>
          <a:stretch>
            <a:fillRect/>
          </a:stretch>
        </p:blipFill>
        <p:spPr>
          <a:xfrm>
            <a:off x="6651119" y="3849311"/>
            <a:ext cx="1725950" cy="1149925"/>
          </a:xfrm>
          <a:prstGeom prst="rect">
            <a:avLst/>
          </a:prstGeom>
          <a:noFill/>
          <a:ln>
            <a:noFill/>
          </a:ln>
        </p:spPr>
      </p:pic>
      <p:pic>
        <p:nvPicPr>
          <p:cNvPr id="2" name="Picture 1" descr="A logo on a black background&#10;&#10;Description automatically generated">
            <a:extLst>
              <a:ext uri="{FF2B5EF4-FFF2-40B4-BE49-F238E27FC236}">
                <a16:creationId xmlns:a16="http://schemas.microsoft.com/office/drawing/2014/main" id="{9651AABA-352C-328B-FDEC-B8BCFBC598CE}"/>
              </a:ext>
            </a:extLst>
          </p:cNvPr>
          <p:cNvPicPr>
            <a:picLocks noChangeAspect="1"/>
          </p:cNvPicPr>
          <p:nvPr/>
        </p:nvPicPr>
        <p:blipFill>
          <a:blip r:embed="rId5" cstate="print">
            <a:extLst>
              <a:ext uri="{28A0092B-C50C-407E-A947-70E740481C1C}">
                <a14:useLocalDpi xmlns:a14="http://schemas.microsoft.com/office/drawing/2010/main" val="0"/>
              </a:ext>
            </a:extLst>
          </a:blip>
          <a:srcRect l="17966" t="41761" r="13807" b="41509"/>
          <a:stretch/>
        </p:blipFill>
        <p:spPr>
          <a:xfrm>
            <a:off x="485775" y="434278"/>
            <a:ext cx="1441011" cy="353337"/>
          </a:xfrm>
          <a:prstGeom prst="rect">
            <a:avLst/>
          </a:prstGeom>
        </p:spPr>
      </p:pic>
      <p:sp>
        <p:nvSpPr>
          <p:cNvPr id="3" name="Прямоугольник 7">
            <a:extLst>
              <a:ext uri="{FF2B5EF4-FFF2-40B4-BE49-F238E27FC236}">
                <a16:creationId xmlns:a16="http://schemas.microsoft.com/office/drawing/2014/main" id="{6339B1BA-CE99-E20F-4F2B-B6D873D57663}"/>
              </a:ext>
            </a:extLst>
          </p:cNvPr>
          <p:cNvSpPr/>
          <p:nvPr/>
        </p:nvSpPr>
        <p:spPr>
          <a:xfrm>
            <a:off x="0" y="4996625"/>
            <a:ext cx="9144000" cy="146875"/>
          </a:xfrm>
          <a:prstGeom prst="rect">
            <a:avLst/>
          </a:prstGeom>
          <a:solidFill>
            <a:srgbClr val="4AC0F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ru-RU" altLang="en-US" sz="1800" b="1" dirty="0">
              <a:solidFill>
                <a:schemeClr val="bg1"/>
              </a:solidFill>
              <a:latin typeface="Century Gothic" panose="020B0502020202020204" pitchFamily="34" charset="0"/>
            </a:endParaRPr>
          </a:p>
        </p:txBody>
      </p:sp>
      <p:pic>
        <p:nvPicPr>
          <p:cNvPr id="4" name="Picture 3" descr="A yellow star on a black background&#10;&#10;Description automatically generated">
            <a:extLst>
              <a:ext uri="{FF2B5EF4-FFF2-40B4-BE49-F238E27FC236}">
                <a16:creationId xmlns:a16="http://schemas.microsoft.com/office/drawing/2014/main" id="{004BBA1F-0F9A-2A35-1C38-09209FC4F4F7}"/>
              </a:ext>
            </a:extLst>
          </p:cNvPr>
          <p:cNvPicPr>
            <a:picLocks noChangeAspect="1"/>
          </p:cNvPicPr>
          <p:nvPr/>
        </p:nvPicPr>
        <p:blipFill>
          <a:blip r:embed="rId6"/>
          <a:stretch>
            <a:fillRect/>
          </a:stretch>
        </p:blipFill>
        <p:spPr>
          <a:xfrm>
            <a:off x="1560302" y="49145"/>
            <a:ext cx="628654" cy="628654"/>
          </a:xfrm>
          <a:prstGeom prst="rect">
            <a:avLst/>
          </a:prstGeom>
        </p:spPr>
      </p:pic>
      <p:graphicFrame>
        <p:nvGraphicFramePr>
          <p:cNvPr id="5" name="Объект 7">
            <a:extLst>
              <a:ext uri="{FF2B5EF4-FFF2-40B4-BE49-F238E27FC236}">
                <a16:creationId xmlns:a16="http://schemas.microsoft.com/office/drawing/2014/main" id="{FA2554BD-13A7-1CC8-76CA-3F3AFCB517F7}"/>
              </a:ext>
            </a:extLst>
          </p:cNvPr>
          <p:cNvGraphicFramePr/>
          <p:nvPr>
            <p:extLst>
              <p:ext uri="{D42A27DB-BD31-4B8C-83A1-F6EECF244321}">
                <p14:modId xmlns:p14="http://schemas.microsoft.com/office/powerpoint/2010/main" val="77856010"/>
              </p:ext>
            </p:extLst>
          </p:nvPr>
        </p:nvGraphicFramePr>
        <p:xfrm>
          <a:off x="8044699" y="2276475"/>
          <a:ext cx="436245" cy="590550"/>
        </p:xfrm>
        <a:graphic>
          <a:graphicData uri="http://schemas.openxmlformats.org/presentationml/2006/ole">
            <mc:AlternateContent xmlns:mc="http://schemas.openxmlformats.org/markup-compatibility/2006">
              <mc:Choice xmlns:v="urn:schemas-microsoft-com:vml" Requires="v">
                <p:oleObj r:id="rId7" imgW="469900" imgH="624840" progId="CorelDraw.Graphic.25">
                  <p:embed/>
                </p:oleObj>
              </mc:Choice>
              <mc:Fallback>
                <p:oleObj r:id="rId7" imgW="469900" imgH="624840" progId="CorelDraw.Graphic.25">
                  <p:embed/>
                  <p:pic>
                    <p:nvPicPr>
                      <p:cNvPr id="14" name="Объект 7">
                        <a:extLst>
                          <a:ext uri="{FF2B5EF4-FFF2-40B4-BE49-F238E27FC236}">
                            <a16:creationId xmlns:a16="http://schemas.microsoft.com/office/drawing/2014/main" id="{EA71442E-7379-D102-D9A2-4C5A459AB2B9}"/>
                          </a:ext>
                        </a:extLst>
                      </p:cNvPr>
                      <p:cNvPicPr/>
                      <p:nvPr/>
                    </p:nvPicPr>
                    <p:blipFill>
                      <a:blip r:embed="rId8"/>
                      <a:stretch>
                        <a:fillRect/>
                      </a:stretch>
                    </p:blipFill>
                    <p:spPr>
                      <a:xfrm>
                        <a:off x="8044699" y="2276475"/>
                        <a:ext cx="436245" cy="590550"/>
                      </a:xfrm>
                      <a:prstGeom prst="rect">
                        <a:avLst/>
                      </a:prstGeom>
                    </p:spPr>
                  </p:pic>
                </p:oleObj>
              </mc:Fallback>
            </mc:AlternateContent>
          </a:graphicData>
        </a:graphic>
      </p:graphicFrame>
      <p:graphicFrame>
        <p:nvGraphicFramePr>
          <p:cNvPr id="6" name="Объект 13">
            <a:extLst>
              <a:ext uri="{FF2B5EF4-FFF2-40B4-BE49-F238E27FC236}">
                <a16:creationId xmlns:a16="http://schemas.microsoft.com/office/drawing/2014/main" id="{B370F8DF-3683-55BD-8449-07D59C775D11}"/>
              </a:ext>
            </a:extLst>
          </p:cNvPr>
          <p:cNvGraphicFramePr/>
          <p:nvPr>
            <p:extLst>
              <p:ext uri="{D42A27DB-BD31-4B8C-83A1-F6EECF244321}">
                <p14:modId xmlns:p14="http://schemas.microsoft.com/office/powerpoint/2010/main" val="33951571"/>
              </p:ext>
            </p:extLst>
          </p:nvPr>
        </p:nvGraphicFramePr>
        <p:xfrm>
          <a:off x="5187695" y="2472650"/>
          <a:ext cx="364051" cy="348809"/>
        </p:xfrm>
        <a:graphic>
          <a:graphicData uri="http://schemas.openxmlformats.org/presentationml/2006/ole">
            <mc:AlternateContent xmlns:mc="http://schemas.openxmlformats.org/markup-compatibility/2006">
              <mc:Choice xmlns:v="urn:schemas-microsoft-com:vml" Requires="v">
                <p:oleObj r:id="rId9" imgW="663575" imgH="618490" progId="CorelDraw.Graphic.25">
                  <p:embed/>
                </p:oleObj>
              </mc:Choice>
              <mc:Fallback>
                <p:oleObj r:id="rId9" imgW="663575" imgH="618490" progId="CorelDraw.Graphic.25">
                  <p:embed/>
                  <p:pic>
                    <p:nvPicPr>
                      <p:cNvPr id="15" name="Объект 13">
                        <a:extLst>
                          <a:ext uri="{FF2B5EF4-FFF2-40B4-BE49-F238E27FC236}">
                            <a16:creationId xmlns:a16="http://schemas.microsoft.com/office/drawing/2014/main" id="{1D41705B-2A2E-C5A1-3E8C-F70818E209C1}"/>
                          </a:ext>
                        </a:extLst>
                      </p:cNvPr>
                      <p:cNvPicPr/>
                      <p:nvPr/>
                    </p:nvPicPr>
                    <p:blipFill>
                      <a:blip r:embed="rId10"/>
                      <a:stretch>
                        <a:fillRect/>
                      </a:stretch>
                    </p:blipFill>
                    <p:spPr>
                      <a:xfrm>
                        <a:off x="5187695" y="2472650"/>
                        <a:ext cx="364051" cy="348809"/>
                      </a:xfrm>
                      <a:prstGeom prst="rect">
                        <a:avLst/>
                      </a:prstGeom>
                    </p:spPr>
                  </p:pic>
                </p:oleObj>
              </mc:Fallback>
            </mc:AlternateContent>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3"/>
          <p:cNvSpPr txBox="1">
            <a:spLocks noGrp="1"/>
          </p:cNvSpPr>
          <p:nvPr>
            <p:ph type="title"/>
          </p:nvPr>
        </p:nvSpPr>
        <p:spPr>
          <a:xfrm>
            <a:off x="2410097" y="143300"/>
            <a:ext cx="6258128"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SzPts val="1100"/>
              <a:buNone/>
            </a:pPr>
            <a:r>
              <a:rPr lang="en" sz="3020" b="1" dirty="0">
                <a:solidFill>
                  <a:srgbClr val="00B0F0"/>
                </a:solidFill>
                <a:latin typeface="Host Grotesk" panose="020B0504030402000203" pitchFamily="34" charset="0"/>
                <a:ea typeface="Bitter"/>
                <a:cs typeface="Bitter"/>
                <a:sym typeface="Bitter"/>
              </a:rPr>
              <a:t>4. Tarafkashlik va adolat</a:t>
            </a:r>
            <a:endParaRPr sz="3020" b="1" dirty="0">
              <a:solidFill>
                <a:srgbClr val="00B0F0"/>
              </a:solidFill>
              <a:latin typeface="Host Grotesk" panose="020B0504030402000203" pitchFamily="34" charset="0"/>
              <a:ea typeface="Bitter"/>
              <a:cs typeface="Bitter"/>
              <a:sym typeface="Bitter"/>
            </a:endParaRPr>
          </a:p>
        </p:txBody>
      </p:sp>
      <p:sp>
        <p:nvSpPr>
          <p:cNvPr id="165" name="Google Shape;165;p23"/>
          <p:cNvSpPr txBox="1"/>
          <p:nvPr/>
        </p:nvSpPr>
        <p:spPr>
          <a:xfrm>
            <a:off x="1122625" y="716000"/>
            <a:ext cx="2766300" cy="351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3000">
              <a:solidFill>
                <a:schemeClr val="dk2"/>
              </a:solidFill>
              <a:latin typeface="Rubik"/>
              <a:ea typeface="Rubik"/>
              <a:cs typeface="Rubik"/>
              <a:sym typeface="Rubik"/>
            </a:endParaRPr>
          </a:p>
          <a:p>
            <a:pPr marL="0" lvl="0" indent="0" algn="l" rtl="0">
              <a:spcBef>
                <a:spcPts val="0"/>
              </a:spcBef>
              <a:spcAft>
                <a:spcPts val="0"/>
              </a:spcAft>
              <a:buNone/>
            </a:pPr>
            <a:endParaRPr sz="3000">
              <a:solidFill>
                <a:schemeClr val="dk2"/>
              </a:solidFill>
              <a:latin typeface="Rubik"/>
              <a:ea typeface="Rubik"/>
              <a:cs typeface="Rubik"/>
              <a:sym typeface="Rubik"/>
            </a:endParaRPr>
          </a:p>
        </p:txBody>
      </p:sp>
      <p:sp>
        <p:nvSpPr>
          <p:cNvPr id="166" name="Google Shape;166;p23"/>
          <p:cNvSpPr txBox="1"/>
          <p:nvPr/>
        </p:nvSpPr>
        <p:spPr>
          <a:xfrm>
            <a:off x="337525" y="1012550"/>
            <a:ext cx="2934900" cy="356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1"/>
              </a:solidFill>
              <a:latin typeface="Rubik"/>
              <a:ea typeface="Rubik"/>
              <a:cs typeface="Rubik"/>
              <a:sym typeface="Rubik"/>
            </a:endParaRPr>
          </a:p>
        </p:txBody>
      </p:sp>
      <p:sp>
        <p:nvSpPr>
          <p:cNvPr id="167" name="Google Shape;167;p23"/>
          <p:cNvSpPr txBox="1"/>
          <p:nvPr/>
        </p:nvSpPr>
        <p:spPr>
          <a:xfrm>
            <a:off x="5062800" y="1328075"/>
            <a:ext cx="3448500" cy="186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latin typeface="Rubik"/>
              <a:ea typeface="Rubik"/>
              <a:cs typeface="Rubik"/>
              <a:sym typeface="Rubik"/>
            </a:endParaRPr>
          </a:p>
        </p:txBody>
      </p:sp>
      <p:sp>
        <p:nvSpPr>
          <p:cNvPr id="168" name="Google Shape;168;p23"/>
          <p:cNvSpPr txBox="1"/>
          <p:nvPr/>
        </p:nvSpPr>
        <p:spPr>
          <a:xfrm>
            <a:off x="1750250" y="4182300"/>
            <a:ext cx="6082800" cy="68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1"/>
              </a:solidFill>
              <a:latin typeface="Rubik"/>
              <a:ea typeface="Rubik"/>
              <a:cs typeface="Rubik"/>
              <a:sym typeface="Rubik"/>
            </a:endParaRPr>
          </a:p>
        </p:txBody>
      </p:sp>
      <p:sp>
        <p:nvSpPr>
          <p:cNvPr id="169" name="Google Shape;169;p23"/>
          <p:cNvSpPr txBox="1"/>
          <p:nvPr/>
        </p:nvSpPr>
        <p:spPr>
          <a:xfrm>
            <a:off x="2303925" y="2362625"/>
            <a:ext cx="3037800" cy="107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400">
              <a:solidFill>
                <a:schemeClr val="dk2"/>
              </a:solidFill>
              <a:latin typeface="Rubik"/>
              <a:ea typeface="Rubik"/>
              <a:cs typeface="Rubik"/>
              <a:sym typeface="Rubik"/>
            </a:endParaRPr>
          </a:p>
        </p:txBody>
      </p:sp>
      <p:sp>
        <p:nvSpPr>
          <p:cNvPr id="170" name="Google Shape;170;p23"/>
          <p:cNvSpPr txBox="1"/>
          <p:nvPr/>
        </p:nvSpPr>
        <p:spPr>
          <a:xfrm>
            <a:off x="337525" y="716000"/>
            <a:ext cx="8468950" cy="386265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1200"/>
              </a:spcBef>
              <a:spcAft>
                <a:spcPts val="0"/>
              </a:spcAft>
              <a:buNone/>
            </a:pPr>
            <a:r>
              <a:rPr lang="en" sz="2000" b="1" dirty="0">
                <a:solidFill>
                  <a:srgbClr val="00B0F0"/>
                </a:solidFill>
                <a:latin typeface="Host Grotesk" panose="020B0504030402000203" pitchFamily="34" charset="0"/>
                <a:ea typeface="Rubik"/>
                <a:cs typeface="Rubik"/>
                <a:sym typeface="Rubik"/>
              </a:rPr>
              <a:t>Misol: Yuzni aniqlash va teri rangi</a:t>
            </a:r>
            <a:endParaRPr sz="2000" b="1" dirty="0">
              <a:solidFill>
                <a:srgbClr val="00B0F0"/>
              </a:solidFill>
              <a:latin typeface="Host Grotesk" panose="020B0504030402000203" pitchFamily="34" charset="0"/>
              <a:ea typeface="Rubik"/>
              <a:cs typeface="Rubik"/>
              <a:sym typeface="Rubik"/>
            </a:endParaRPr>
          </a:p>
          <a:p>
            <a:pPr marL="0" lvl="0" indent="0" algn="ctr" rtl="0">
              <a:lnSpc>
                <a:spcPct val="100000"/>
              </a:lnSpc>
              <a:spcBef>
                <a:spcPts val="0"/>
              </a:spcBef>
              <a:spcAft>
                <a:spcPts val="0"/>
              </a:spcAft>
              <a:buNone/>
            </a:pPr>
            <a:r>
              <a:rPr lang="en" sz="1800" dirty="0">
                <a:solidFill>
                  <a:schemeClr val="dk1"/>
                </a:solidFill>
                <a:latin typeface="Host Grotesk" panose="020B0504030402000203" pitchFamily="34" charset="0"/>
                <a:ea typeface="Rubik"/>
                <a:cs typeface="Rubik"/>
                <a:sym typeface="Rubik"/>
              </a:rPr>
              <a:t>Ba’zi maktablar yoki do’konlar xavfsizlik yoki davomat uchun yuzni aniqlash texnologiyasidan foydalanadilar. Bu tizimlar S</a:t>
            </a:r>
            <a:r>
              <a:rPr lang="en-US" sz="1800" dirty="0" err="1">
                <a:solidFill>
                  <a:schemeClr val="dk1"/>
                </a:solidFill>
                <a:latin typeface="Host Grotesk" panose="020B0504030402000203" pitchFamily="34" charset="0"/>
                <a:ea typeface="Rubik"/>
                <a:cs typeface="Rubik"/>
                <a:sym typeface="Rubik"/>
              </a:rPr>
              <a:t>i</a:t>
            </a:r>
            <a:r>
              <a:rPr lang="en" sz="1800" dirty="0">
                <a:solidFill>
                  <a:schemeClr val="dk1"/>
                </a:solidFill>
                <a:latin typeface="Host Grotesk" panose="020B0504030402000203" pitchFamily="34" charset="0"/>
                <a:ea typeface="Rubik"/>
                <a:cs typeface="Rubik"/>
                <a:sym typeface="Rubik"/>
              </a:rPr>
              <a:t>dan inson yuzini ma’lumotlar ba’zasidagi suratlar bilan taqqoslash orqali tanib oladi. Tadqiqotlar ko’pincha bu tizim teri rangi ochroq bo’lgan insonlar uchun yaxshi ishlashini ko’rsatadi. SI teri rangi to’qroq bo’lgan odamni, hatto ma’lumotlar ba’zasida rasmi bo’lsa ham, tanimasligi mumkin. </a:t>
            </a:r>
          </a:p>
          <a:p>
            <a:pPr marL="0" lvl="0" indent="0" algn="ctr" rtl="0">
              <a:lnSpc>
                <a:spcPct val="100000"/>
              </a:lnSpc>
              <a:spcBef>
                <a:spcPts val="0"/>
              </a:spcBef>
              <a:spcAft>
                <a:spcPts val="0"/>
              </a:spcAft>
              <a:buNone/>
            </a:pPr>
            <a:endParaRPr lang="en" sz="1800" dirty="0">
              <a:solidFill>
                <a:schemeClr val="dk1"/>
              </a:solidFill>
              <a:latin typeface="Host Grotesk" panose="020B0504030402000203" pitchFamily="34" charset="0"/>
              <a:ea typeface="Rubik"/>
              <a:cs typeface="Rubik"/>
              <a:sym typeface="Rubik"/>
            </a:endParaRPr>
          </a:p>
          <a:p>
            <a:pPr marL="0" lvl="0" indent="0" algn="ctr" rtl="0">
              <a:lnSpc>
                <a:spcPct val="100000"/>
              </a:lnSpc>
              <a:spcBef>
                <a:spcPts val="0"/>
              </a:spcBef>
              <a:spcAft>
                <a:spcPts val="0"/>
              </a:spcAft>
              <a:buNone/>
            </a:pPr>
            <a:r>
              <a:rPr lang="en" sz="1800" dirty="0">
                <a:solidFill>
                  <a:schemeClr val="dk1"/>
                </a:solidFill>
                <a:latin typeface="Host Grotesk" panose="020B0504030402000203" pitchFamily="34" charset="0"/>
                <a:ea typeface="Rubik"/>
                <a:cs typeface="Rubik"/>
                <a:sym typeface="Rubik"/>
              </a:rPr>
              <a:t>Shuningdek, agar u kimnidir noto’g’ri shaxs sifatida ko’rsatsa, uning natijasi u inson rad etilishi yoki so’roq qilinishi kabi adolatsiz holatlar yuzaga kelishi mumkin</a:t>
            </a:r>
            <a:endParaRPr sz="1800" dirty="0">
              <a:solidFill>
                <a:schemeClr val="dk1"/>
              </a:solidFill>
              <a:latin typeface="Host Grotesk" panose="020B0504030402000203" pitchFamily="34" charset="0"/>
              <a:ea typeface="Rubik"/>
              <a:cs typeface="Rubik"/>
              <a:sym typeface="Rubik"/>
            </a:endParaRPr>
          </a:p>
          <a:p>
            <a:pPr marL="0" lvl="0" indent="0" algn="ctr" rtl="0">
              <a:lnSpc>
                <a:spcPct val="100000"/>
              </a:lnSpc>
              <a:spcBef>
                <a:spcPts val="1200"/>
              </a:spcBef>
              <a:spcAft>
                <a:spcPts val="0"/>
              </a:spcAft>
              <a:buNone/>
            </a:pPr>
            <a:r>
              <a:rPr lang="en" sz="2000" b="1" dirty="0">
                <a:solidFill>
                  <a:schemeClr val="dk1"/>
                </a:solidFill>
                <a:latin typeface="Host Grotesk" panose="020B0504030402000203" pitchFamily="34" charset="0"/>
                <a:ea typeface="Rubik"/>
                <a:cs typeface="Rubik"/>
                <a:sym typeface="Rubik"/>
              </a:rPr>
              <a:t>Nima uchun bu muammo?</a:t>
            </a:r>
            <a:endParaRPr sz="2000" b="1" dirty="0">
              <a:solidFill>
                <a:schemeClr val="dk1"/>
              </a:solidFill>
              <a:latin typeface="Host Grotesk" panose="020B0504030402000203" pitchFamily="34" charset="0"/>
              <a:ea typeface="Rubik"/>
              <a:cs typeface="Rubik"/>
              <a:sym typeface="Rubik"/>
            </a:endParaRPr>
          </a:p>
          <a:p>
            <a:pPr marL="0" lvl="0" indent="0" algn="l" rtl="0">
              <a:spcBef>
                <a:spcPts val="1200"/>
              </a:spcBef>
              <a:spcAft>
                <a:spcPts val="0"/>
              </a:spcAft>
              <a:buNone/>
            </a:pPr>
            <a:endParaRPr sz="1800" dirty="0">
              <a:solidFill>
                <a:schemeClr val="dk2"/>
              </a:solidFill>
              <a:latin typeface="Host Grotesk" panose="020B0504030402000203" pitchFamily="34" charset="0"/>
            </a:endParaRPr>
          </a:p>
        </p:txBody>
      </p:sp>
      <p:pic>
        <p:nvPicPr>
          <p:cNvPr id="171" name="Google Shape;171;p23"/>
          <p:cNvPicPr preferRelativeResize="0"/>
          <p:nvPr/>
        </p:nvPicPr>
        <p:blipFill rotWithShape="1">
          <a:blip r:embed="rId3">
            <a:alphaModFix/>
          </a:blip>
          <a:srcRect l="20817" t="9234" r="60446" b="57307"/>
          <a:stretch/>
        </p:blipFill>
        <p:spPr>
          <a:xfrm>
            <a:off x="7439147" y="375177"/>
            <a:ext cx="787805" cy="824875"/>
          </a:xfrm>
          <a:prstGeom prst="rect">
            <a:avLst/>
          </a:prstGeom>
          <a:noFill/>
          <a:ln>
            <a:noFill/>
          </a:ln>
        </p:spPr>
      </p:pic>
      <p:pic>
        <p:nvPicPr>
          <p:cNvPr id="2" name="Picture 1" descr="A logo on a black background&#10;&#10;Description automatically generated">
            <a:extLst>
              <a:ext uri="{FF2B5EF4-FFF2-40B4-BE49-F238E27FC236}">
                <a16:creationId xmlns:a16="http://schemas.microsoft.com/office/drawing/2014/main" id="{02611565-CE3C-7543-ABD4-966BB1A83520}"/>
              </a:ext>
            </a:extLst>
          </p:cNvPr>
          <p:cNvPicPr>
            <a:picLocks noChangeAspect="1"/>
          </p:cNvPicPr>
          <p:nvPr/>
        </p:nvPicPr>
        <p:blipFill>
          <a:blip r:embed="rId4" cstate="print">
            <a:extLst>
              <a:ext uri="{28A0092B-C50C-407E-A947-70E740481C1C}">
                <a14:useLocalDpi xmlns:a14="http://schemas.microsoft.com/office/drawing/2010/main" val="0"/>
              </a:ext>
            </a:extLst>
          </a:blip>
          <a:srcRect l="17966" t="41761" r="13807" b="41509"/>
          <a:stretch/>
        </p:blipFill>
        <p:spPr>
          <a:xfrm>
            <a:off x="485775" y="434278"/>
            <a:ext cx="1441011" cy="353337"/>
          </a:xfrm>
          <a:prstGeom prst="rect">
            <a:avLst/>
          </a:prstGeom>
        </p:spPr>
      </p:pic>
      <p:sp>
        <p:nvSpPr>
          <p:cNvPr id="3" name="Прямоугольник 7">
            <a:extLst>
              <a:ext uri="{FF2B5EF4-FFF2-40B4-BE49-F238E27FC236}">
                <a16:creationId xmlns:a16="http://schemas.microsoft.com/office/drawing/2014/main" id="{F2596EAD-93B4-C60A-A70C-94E37EAB4DE7}"/>
              </a:ext>
            </a:extLst>
          </p:cNvPr>
          <p:cNvSpPr/>
          <p:nvPr/>
        </p:nvSpPr>
        <p:spPr>
          <a:xfrm>
            <a:off x="0" y="4706673"/>
            <a:ext cx="9144000" cy="436827"/>
          </a:xfrm>
          <a:prstGeom prst="rect">
            <a:avLst/>
          </a:prstGeom>
          <a:solidFill>
            <a:srgbClr val="4AC0F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ru-RU" altLang="en-US" sz="1800" b="1" dirty="0">
              <a:solidFill>
                <a:schemeClr val="bg1"/>
              </a:solidFill>
              <a:latin typeface="Century Gothic" panose="020B0502020202020204" pitchFamily="34" charset="0"/>
            </a:endParaRPr>
          </a:p>
        </p:txBody>
      </p:sp>
      <p:pic>
        <p:nvPicPr>
          <p:cNvPr id="4" name="Picture 3" descr="A yellow star on a black background&#10;&#10;Description automatically generated">
            <a:extLst>
              <a:ext uri="{FF2B5EF4-FFF2-40B4-BE49-F238E27FC236}">
                <a16:creationId xmlns:a16="http://schemas.microsoft.com/office/drawing/2014/main" id="{4520BFBA-42DC-BF2A-1C67-C656E7FC8F95}"/>
              </a:ext>
            </a:extLst>
          </p:cNvPr>
          <p:cNvPicPr>
            <a:picLocks noChangeAspect="1"/>
          </p:cNvPicPr>
          <p:nvPr/>
        </p:nvPicPr>
        <p:blipFill>
          <a:blip r:embed="rId5"/>
          <a:stretch>
            <a:fillRect/>
          </a:stretch>
        </p:blipFill>
        <p:spPr>
          <a:xfrm>
            <a:off x="1560302" y="49145"/>
            <a:ext cx="628654" cy="628654"/>
          </a:xfrm>
          <a:prstGeom prst="rect">
            <a:avLst/>
          </a:prstGeom>
        </p:spPr>
      </p:pic>
      <p:graphicFrame>
        <p:nvGraphicFramePr>
          <p:cNvPr id="5" name="Объект 7">
            <a:extLst>
              <a:ext uri="{FF2B5EF4-FFF2-40B4-BE49-F238E27FC236}">
                <a16:creationId xmlns:a16="http://schemas.microsoft.com/office/drawing/2014/main" id="{79BD738A-15A4-94F2-A320-C20E612FDB33}"/>
              </a:ext>
            </a:extLst>
          </p:cNvPr>
          <p:cNvGraphicFramePr/>
          <p:nvPr>
            <p:extLst>
              <p:ext uri="{D42A27DB-BD31-4B8C-83A1-F6EECF244321}">
                <p14:modId xmlns:p14="http://schemas.microsoft.com/office/powerpoint/2010/main" val="381105903"/>
              </p:ext>
            </p:extLst>
          </p:nvPr>
        </p:nvGraphicFramePr>
        <p:xfrm>
          <a:off x="6483687" y="3869397"/>
          <a:ext cx="436245" cy="590550"/>
        </p:xfrm>
        <a:graphic>
          <a:graphicData uri="http://schemas.openxmlformats.org/presentationml/2006/ole">
            <mc:AlternateContent xmlns:mc="http://schemas.openxmlformats.org/markup-compatibility/2006">
              <mc:Choice xmlns:v="urn:schemas-microsoft-com:vml" Requires="v">
                <p:oleObj r:id="rId6" imgW="469900" imgH="624840" progId="CorelDraw.Graphic.25">
                  <p:embed/>
                </p:oleObj>
              </mc:Choice>
              <mc:Fallback>
                <p:oleObj r:id="rId6" imgW="469900" imgH="624840" progId="CorelDraw.Graphic.25">
                  <p:embed/>
                  <p:pic>
                    <p:nvPicPr>
                      <p:cNvPr id="5" name="Объект 7">
                        <a:extLst>
                          <a:ext uri="{FF2B5EF4-FFF2-40B4-BE49-F238E27FC236}">
                            <a16:creationId xmlns:a16="http://schemas.microsoft.com/office/drawing/2014/main" id="{FA2554BD-13A7-1CC8-76CA-3F3AFCB517F7}"/>
                          </a:ext>
                        </a:extLst>
                      </p:cNvPr>
                      <p:cNvPicPr/>
                      <p:nvPr/>
                    </p:nvPicPr>
                    <p:blipFill>
                      <a:blip r:embed="rId7"/>
                      <a:stretch>
                        <a:fillRect/>
                      </a:stretch>
                    </p:blipFill>
                    <p:spPr>
                      <a:xfrm>
                        <a:off x="6483687" y="3869397"/>
                        <a:ext cx="436245" cy="590550"/>
                      </a:xfrm>
                      <a:prstGeom prst="rect">
                        <a:avLst/>
                      </a:prstGeom>
                    </p:spPr>
                  </p:pic>
                </p:oleObj>
              </mc:Fallback>
            </mc:AlternateContent>
          </a:graphicData>
        </a:graphic>
      </p:graphicFrame>
      <p:graphicFrame>
        <p:nvGraphicFramePr>
          <p:cNvPr id="6" name="Объект 13">
            <a:extLst>
              <a:ext uri="{FF2B5EF4-FFF2-40B4-BE49-F238E27FC236}">
                <a16:creationId xmlns:a16="http://schemas.microsoft.com/office/drawing/2014/main" id="{54C320C8-A221-D0DE-F719-F120FF354E7A}"/>
              </a:ext>
            </a:extLst>
          </p:cNvPr>
          <p:cNvGraphicFramePr/>
          <p:nvPr>
            <p:extLst>
              <p:ext uri="{D42A27DB-BD31-4B8C-83A1-F6EECF244321}">
                <p14:modId xmlns:p14="http://schemas.microsoft.com/office/powerpoint/2010/main" val="3784370493"/>
              </p:ext>
            </p:extLst>
          </p:nvPr>
        </p:nvGraphicFramePr>
        <p:xfrm>
          <a:off x="2342130" y="2955787"/>
          <a:ext cx="364051" cy="348809"/>
        </p:xfrm>
        <a:graphic>
          <a:graphicData uri="http://schemas.openxmlformats.org/presentationml/2006/ole">
            <mc:AlternateContent xmlns:mc="http://schemas.openxmlformats.org/markup-compatibility/2006">
              <mc:Choice xmlns:v="urn:schemas-microsoft-com:vml" Requires="v">
                <p:oleObj r:id="rId8" imgW="663575" imgH="618490" progId="CorelDraw.Graphic.25">
                  <p:embed/>
                </p:oleObj>
              </mc:Choice>
              <mc:Fallback>
                <p:oleObj r:id="rId8" imgW="663575" imgH="618490" progId="CorelDraw.Graphic.25">
                  <p:embed/>
                  <p:pic>
                    <p:nvPicPr>
                      <p:cNvPr id="6" name="Объект 13">
                        <a:extLst>
                          <a:ext uri="{FF2B5EF4-FFF2-40B4-BE49-F238E27FC236}">
                            <a16:creationId xmlns:a16="http://schemas.microsoft.com/office/drawing/2014/main" id="{B370F8DF-3683-55BD-8449-07D59C775D11}"/>
                          </a:ext>
                        </a:extLst>
                      </p:cNvPr>
                      <p:cNvPicPr/>
                      <p:nvPr/>
                    </p:nvPicPr>
                    <p:blipFill>
                      <a:blip r:embed="rId9"/>
                      <a:stretch>
                        <a:fillRect/>
                      </a:stretch>
                    </p:blipFill>
                    <p:spPr>
                      <a:xfrm>
                        <a:off x="2342130" y="2955787"/>
                        <a:ext cx="364051" cy="348809"/>
                      </a:xfrm>
                      <a:prstGeom prst="rect">
                        <a:avLst/>
                      </a:prstGeom>
                    </p:spPr>
                  </p:pic>
                </p:oleObj>
              </mc:Fallback>
            </mc:AlternateContent>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4"/>
          <p:cNvSpPr txBox="1">
            <a:spLocks noGrp="1"/>
          </p:cNvSpPr>
          <p:nvPr>
            <p:ph type="title"/>
          </p:nvPr>
        </p:nvSpPr>
        <p:spPr>
          <a:xfrm>
            <a:off x="3272425" y="143300"/>
            <a:ext cx="2233569"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SzPts val="1100"/>
              <a:buNone/>
            </a:pPr>
            <a:r>
              <a:rPr lang="en" sz="3020" b="1" dirty="0">
                <a:solidFill>
                  <a:srgbClr val="00B0F0"/>
                </a:solidFill>
                <a:latin typeface="Host Grotesk" panose="020B0504030402000203" pitchFamily="34" charset="0"/>
                <a:ea typeface="Bitter"/>
                <a:cs typeface="Bitter"/>
                <a:sym typeface="Bitter"/>
              </a:rPr>
              <a:t>5. Plagiat</a:t>
            </a:r>
            <a:endParaRPr sz="3020" b="1" dirty="0">
              <a:solidFill>
                <a:srgbClr val="00B0F0"/>
              </a:solidFill>
              <a:latin typeface="Host Grotesk" panose="020B0504030402000203" pitchFamily="34" charset="0"/>
              <a:ea typeface="Bitter"/>
              <a:cs typeface="Bitter"/>
              <a:sym typeface="Bitter"/>
            </a:endParaRPr>
          </a:p>
        </p:txBody>
      </p:sp>
      <p:sp>
        <p:nvSpPr>
          <p:cNvPr id="177" name="Google Shape;177;p24"/>
          <p:cNvSpPr txBox="1">
            <a:spLocks noGrp="1"/>
          </p:cNvSpPr>
          <p:nvPr>
            <p:ph type="sldNum" idx="12"/>
          </p:nvPr>
        </p:nvSpPr>
        <p:spPr>
          <a:xfrm>
            <a:off x="6672372" y="4578638"/>
            <a:ext cx="23583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14</a:t>
            </a:fld>
            <a:endParaRPr/>
          </a:p>
        </p:txBody>
      </p:sp>
      <p:sp>
        <p:nvSpPr>
          <p:cNvPr id="179" name="Google Shape;179;p24"/>
          <p:cNvSpPr txBox="1"/>
          <p:nvPr/>
        </p:nvSpPr>
        <p:spPr>
          <a:xfrm>
            <a:off x="1122625" y="716000"/>
            <a:ext cx="2766300" cy="351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3000">
              <a:solidFill>
                <a:schemeClr val="dk2"/>
              </a:solidFill>
              <a:latin typeface="Rubik"/>
              <a:ea typeface="Rubik"/>
              <a:cs typeface="Rubik"/>
              <a:sym typeface="Rubik"/>
            </a:endParaRPr>
          </a:p>
          <a:p>
            <a:pPr marL="0" lvl="0" indent="0" algn="l" rtl="0">
              <a:spcBef>
                <a:spcPts val="0"/>
              </a:spcBef>
              <a:spcAft>
                <a:spcPts val="0"/>
              </a:spcAft>
              <a:buNone/>
            </a:pPr>
            <a:endParaRPr sz="3000">
              <a:solidFill>
                <a:schemeClr val="dk2"/>
              </a:solidFill>
              <a:latin typeface="Rubik"/>
              <a:ea typeface="Rubik"/>
              <a:cs typeface="Rubik"/>
              <a:sym typeface="Rubik"/>
            </a:endParaRPr>
          </a:p>
        </p:txBody>
      </p:sp>
      <p:sp>
        <p:nvSpPr>
          <p:cNvPr id="181" name="Google Shape;181;p24"/>
          <p:cNvSpPr txBox="1"/>
          <p:nvPr/>
        </p:nvSpPr>
        <p:spPr>
          <a:xfrm>
            <a:off x="5062800" y="1328075"/>
            <a:ext cx="3448500" cy="186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latin typeface="Rubik"/>
              <a:ea typeface="Rubik"/>
              <a:cs typeface="Rubik"/>
              <a:sym typeface="Rubik"/>
            </a:endParaRPr>
          </a:p>
        </p:txBody>
      </p:sp>
      <p:sp>
        <p:nvSpPr>
          <p:cNvPr id="182" name="Google Shape;182;p24"/>
          <p:cNvSpPr txBox="1"/>
          <p:nvPr/>
        </p:nvSpPr>
        <p:spPr>
          <a:xfrm>
            <a:off x="1750250" y="4182300"/>
            <a:ext cx="6082800" cy="68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1"/>
              </a:solidFill>
              <a:latin typeface="Rubik"/>
              <a:ea typeface="Rubik"/>
              <a:cs typeface="Rubik"/>
              <a:sym typeface="Rubik"/>
            </a:endParaRPr>
          </a:p>
        </p:txBody>
      </p:sp>
      <p:sp>
        <p:nvSpPr>
          <p:cNvPr id="183" name="Google Shape;183;p24"/>
          <p:cNvSpPr txBox="1"/>
          <p:nvPr/>
        </p:nvSpPr>
        <p:spPr>
          <a:xfrm>
            <a:off x="2303925" y="2362625"/>
            <a:ext cx="3037800" cy="107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400">
              <a:solidFill>
                <a:schemeClr val="dk2"/>
              </a:solidFill>
              <a:latin typeface="Rubik"/>
              <a:ea typeface="Rubik"/>
              <a:cs typeface="Rubik"/>
              <a:sym typeface="Rubik"/>
            </a:endParaRPr>
          </a:p>
        </p:txBody>
      </p:sp>
      <p:sp>
        <p:nvSpPr>
          <p:cNvPr id="184" name="Google Shape;184;p24"/>
          <p:cNvSpPr txBox="1"/>
          <p:nvPr/>
        </p:nvSpPr>
        <p:spPr>
          <a:xfrm>
            <a:off x="2076994" y="739600"/>
            <a:ext cx="6896480" cy="3419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300" b="1" dirty="0">
                <a:solidFill>
                  <a:srgbClr val="00B0F0"/>
                </a:solidFill>
                <a:latin typeface="Host Grotesk" panose="020B0504030402000203" pitchFamily="34" charset="0"/>
                <a:ea typeface="Rubik"/>
                <a:cs typeface="Rubik"/>
                <a:sym typeface="Rubik"/>
              </a:rPr>
              <a:t>Misol: SI – yozma uyga vazifasi</a:t>
            </a:r>
            <a:endParaRPr sz="2300" b="1" dirty="0">
              <a:solidFill>
                <a:srgbClr val="00B0F0"/>
              </a:solidFill>
              <a:latin typeface="Host Grotesk" panose="020B0504030402000203" pitchFamily="34" charset="0"/>
              <a:ea typeface="Rubik"/>
              <a:cs typeface="Rubik"/>
              <a:sym typeface="Rubik"/>
            </a:endParaRPr>
          </a:p>
          <a:p>
            <a:pPr marL="0" lvl="0" indent="0" algn="ctr" rtl="0">
              <a:spcBef>
                <a:spcPts val="0"/>
              </a:spcBef>
              <a:spcAft>
                <a:spcPts val="0"/>
              </a:spcAft>
              <a:buNone/>
            </a:pPr>
            <a:r>
              <a:rPr lang="en" sz="2000" dirty="0">
                <a:solidFill>
                  <a:schemeClr val="dk1"/>
                </a:solidFill>
                <a:latin typeface="Host Grotesk" panose="020B0504030402000203" pitchFamily="34" charset="0"/>
                <a:ea typeface="Rubik"/>
                <a:cs typeface="Rubik"/>
                <a:sym typeface="Rubik"/>
              </a:rPr>
              <a:t>O’quvchida atrof-muhitni muhofaza qilish bo’yicha insho yozish topshirig’</a:t>
            </a:r>
            <a:r>
              <a:rPr lang="en-US" sz="2000" dirty="0">
                <a:solidFill>
                  <a:schemeClr val="dk1"/>
                </a:solidFill>
                <a:latin typeface="Host Grotesk" panose="020B0504030402000203" pitchFamily="34" charset="0"/>
                <a:ea typeface="Rubik"/>
                <a:cs typeface="Rubik"/>
                <a:sym typeface="Rubik"/>
              </a:rPr>
              <a:t>I</a:t>
            </a:r>
            <a:r>
              <a:rPr lang="en" sz="2000" dirty="0">
                <a:solidFill>
                  <a:schemeClr val="dk1"/>
                </a:solidFill>
                <a:latin typeface="Host Grotesk" panose="020B0504030402000203" pitchFamily="34" charset="0"/>
                <a:ea typeface="Rubik"/>
                <a:cs typeface="Rubik"/>
                <a:sym typeface="Rubik"/>
              </a:rPr>
              <a:t> bor deb tasavvur qiling. Uni o’zi yozish o’rniga SI vositalaridan foydalanadi. SI kitoblar, veb saytlar va boshqa manbalardan olingan ma’lumotlar asosida insho yaratadi, lekin u hech qanday iqtiboslarni o’z ichiga olmaydi yoki muallifni ko’rsatmaydi.</a:t>
            </a:r>
            <a:endParaRPr sz="2000" dirty="0">
              <a:solidFill>
                <a:schemeClr val="dk1"/>
              </a:solidFill>
              <a:latin typeface="Host Grotesk" panose="020B0504030402000203" pitchFamily="34" charset="0"/>
              <a:ea typeface="Rubik"/>
              <a:cs typeface="Rubik"/>
              <a:sym typeface="Rubik"/>
            </a:endParaRPr>
          </a:p>
          <a:p>
            <a:pPr marL="0" lvl="0" indent="0" algn="l" rtl="0">
              <a:spcBef>
                <a:spcPts val="0"/>
              </a:spcBef>
              <a:spcAft>
                <a:spcPts val="0"/>
              </a:spcAft>
              <a:buNone/>
            </a:pPr>
            <a:endParaRPr sz="2000" dirty="0">
              <a:solidFill>
                <a:schemeClr val="dk1"/>
              </a:solidFill>
              <a:latin typeface="Host Grotesk" panose="020B0504030402000203" pitchFamily="34" charset="0"/>
              <a:ea typeface="Rubik"/>
              <a:cs typeface="Rubik"/>
              <a:sym typeface="Rubik"/>
            </a:endParaRPr>
          </a:p>
          <a:p>
            <a:pPr marL="0" lvl="0" indent="0" algn="l" rtl="0">
              <a:spcBef>
                <a:spcPts val="0"/>
              </a:spcBef>
              <a:spcAft>
                <a:spcPts val="0"/>
              </a:spcAft>
              <a:buNone/>
            </a:pPr>
            <a:endParaRPr sz="2000" dirty="0">
              <a:solidFill>
                <a:schemeClr val="dk1"/>
              </a:solidFill>
              <a:latin typeface="Host Grotesk" panose="020B0504030402000203" pitchFamily="34" charset="0"/>
              <a:ea typeface="Rubik"/>
              <a:cs typeface="Rubik"/>
              <a:sym typeface="Rubik"/>
            </a:endParaRPr>
          </a:p>
          <a:p>
            <a:pPr marL="0" lvl="0" indent="0" algn="l" rtl="0">
              <a:spcBef>
                <a:spcPts val="0"/>
              </a:spcBef>
              <a:spcAft>
                <a:spcPts val="0"/>
              </a:spcAft>
              <a:buNone/>
            </a:pPr>
            <a:endParaRPr sz="2000" dirty="0">
              <a:solidFill>
                <a:schemeClr val="dk1"/>
              </a:solidFill>
              <a:latin typeface="Host Grotesk" panose="020B0504030402000203" pitchFamily="34" charset="0"/>
              <a:ea typeface="Rubik"/>
              <a:cs typeface="Rubik"/>
              <a:sym typeface="Rubik"/>
            </a:endParaRPr>
          </a:p>
          <a:p>
            <a:pPr marL="0" lvl="0" indent="0" algn="ctr" rtl="0">
              <a:spcBef>
                <a:spcPts val="0"/>
              </a:spcBef>
              <a:spcAft>
                <a:spcPts val="0"/>
              </a:spcAft>
              <a:buNone/>
            </a:pPr>
            <a:r>
              <a:rPr lang="en" sz="2200" b="1" dirty="0">
                <a:solidFill>
                  <a:schemeClr val="dk1"/>
                </a:solidFill>
                <a:latin typeface="Host Grotesk" panose="020B0504030402000203" pitchFamily="34" charset="0"/>
                <a:ea typeface="Rubik"/>
                <a:cs typeface="Rubik"/>
                <a:sym typeface="Rubik"/>
              </a:rPr>
              <a:t>Bu nima uchun muammo? </a:t>
            </a:r>
            <a:endParaRPr sz="2200" b="1" dirty="0">
              <a:solidFill>
                <a:schemeClr val="dk1"/>
              </a:solidFill>
              <a:latin typeface="Host Grotesk" panose="020B0504030402000203" pitchFamily="34" charset="0"/>
              <a:ea typeface="Rubik"/>
              <a:cs typeface="Rubik"/>
              <a:sym typeface="Rubik"/>
            </a:endParaRPr>
          </a:p>
          <a:p>
            <a:pPr marL="0" lvl="0" indent="0" algn="l" rtl="0">
              <a:spcBef>
                <a:spcPts val="0"/>
              </a:spcBef>
              <a:spcAft>
                <a:spcPts val="0"/>
              </a:spcAft>
              <a:buNone/>
            </a:pPr>
            <a:endParaRPr sz="2000" dirty="0">
              <a:solidFill>
                <a:schemeClr val="dk1"/>
              </a:solidFill>
              <a:latin typeface="Host Grotesk" panose="020B0504030402000203" pitchFamily="34" charset="0"/>
              <a:ea typeface="Rubik"/>
              <a:cs typeface="Rubik"/>
              <a:sym typeface="Rubik"/>
            </a:endParaRPr>
          </a:p>
          <a:p>
            <a:pPr marL="0" lvl="0" indent="0" algn="l" rtl="0">
              <a:spcBef>
                <a:spcPts val="0"/>
              </a:spcBef>
              <a:spcAft>
                <a:spcPts val="0"/>
              </a:spcAft>
              <a:buNone/>
            </a:pPr>
            <a:endParaRPr sz="2000" dirty="0">
              <a:solidFill>
                <a:schemeClr val="dk1"/>
              </a:solidFill>
              <a:latin typeface="Host Grotesk" panose="020B0504030402000203" pitchFamily="34" charset="0"/>
              <a:ea typeface="Rubik"/>
              <a:cs typeface="Rubik"/>
              <a:sym typeface="Rubik"/>
            </a:endParaRPr>
          </a:p>
        </p:txBody>
      </p:sp>
      <p:pic>
        <p:nvPicPr>
          <p:cNvPr id="185" name="Google Shape;185;p24"/>
          <p:cNvPicPr preferRelativeResize="0"/>
          <p:nvPr/>
        </p:nvPicPr>
        <p:blipFill rotWithShape="1">
          <a:blip r:embed="rId3">
            <a:alphaModFix/>
          </a:blip>
          <a:srcRect l="41235" t="56611" r="39750" b="8193"/>
          <a:stretch/>
        </p:blipFill>
        <p:spPr>
          <a:xfrm>
            <a:off x="7997750" y="110050"/>
            <a:ext cx="975725" cy="1015999"/>
          </a:xfrm>
          <a:prstGeom prst="rect">
            <a:avLst/>
          </a:prstGeom>
          <a:noFill/>
          <a:ln>
            <a:noFill/>
          </a:ln>
        </p:spPr>
      </p:pic>
      <p:pic>
        <p:nvPicPr>
          <p:cNvPr id="2" name="Picture 1" descr="A logo on a black background&#10;&#10;Description automatically generated">
            <a:extLst>
              <a:ext uri="{FF2B5EF4-FFF2-40B4-BE49-F238E27FC236}">
                <a16:creationId xmlns:a16="http://schemas.microsoft.com/office/drawing/2014/main" id="{A0CDDE0E-BC56-0E7A-53D6-FC950FC9F654}"/>
              </a:ext>
            </a:extLst>
          </p:cNvPr>
          <p:cNvPicPr>
            <a:picLocks noChangeAspect="1"/>
          </p:cNvPicPr>
          <p:nvPr/>
        </p:nvPicPr>
        <p:blipFill>
          <a:blip r:embed="rId4" cstate="print">
            <a:extLst>
              <a:ext uri="{28A0092B-C50C-407E-A947-70E740481C1C}">
                <a14:useLocalDpi xmlns:a14="http://schemas.microsoft.com/office/drawing/2010/main" val="0"/>
              </a:ext>
            </a:extLst>
          </a:blip>
          <a:srcRect l="17966" t="41761" r="13807" b="41509"/>
          <a:stretch/>
        </p:blipFill>
        <p:spPr>
          <a:xfrm>
            <a:off x="485775" y="434278"/>
            <a:ext cx="1441011" cy="353337"/>
          </a:xfrm>
          <a:prstGeom prst="rect">
            <a:avLst/>
          </a:prstGeom>
        </p:spPr>
      </p:pic>
      <p:sp>
        <p:nvSpPr>
          <p:cNvPr id="3" name="Прямоугольник 7">
            <a:extLst>
              <a:ext uri="{FF2B5EF4-FFF2-40B4-BE49-F238E27FC236}">
                <a16:creationId xmlns:a16="http://schemas.microsoft.com/office/drawing/2014/main" id="{2567ADF3-632B-402D-5D82-3DFA75CBC41D}"/>
              </a:ext>
            </a:extLst>
          </p:cNvPr>
          <p:cNvSpPr/>
          <p:nvPr/>
        </p:nvSpPr>
        <p:spPr>
          <a:xfrm>
            <a:off x="0" y="4383635"/>
            <a:ext cx="9144000" cy="759865"/>
          </a:xfrm>
          <a:prstGeom prst="rect">
            <a:avLst/>
          </a:prstGeom>
          <a:solidFill>
            <a:srgbClr val="4AC0F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ru-RU" altLang="en-US" sz="1800" b="1" dirty="0">
              <a:solidFill>
                <a:schemeClr val="bg1"/>
              </a:solidFill>
              <a:latin typeface="Century Gothic" panose="020B0502020202020204" pitchFamily="34" charset="0"/>
            </a:endParaRPr>
          </a:p>
        </p:txBody>
      </p:sp>
      <p:pic>
        <p:nvPicPr>
          <p:cNvPr id="4" name="Picture 3" descr="A yellow star on a black background&#10;&#10;Description automatically generated">
            <a:extLst>
              <a:ext uri="{FF2B5EF4-FFF2-40B4-BE49-F238E27FC236}">
                <a16:creationId xmlns:a16="http://schemas.microsoft.com/office/drawing/2014/main" id="{322088D5-7909-9AA4-38A9-2E7233C99E24}"/>
              </a:ext>
            </a:extLst>
          </p:cNvPr>
          <p:cNvPicPr>
            <a:picLocks noChangeAspect="1"/>
          </p:cNvPicPr>
          <p:nvPr/>
        </p:nvPicPr>
        <p:blipFill>
          <a:blip r:embed="rId5"/>
          <a:stretch>
            <a:fillRect/>
          </a:stretch>
        </p:blipFill>
        <p:spPr>
          <a:xfrm>
            <a:off x="1560302" y="49145"/>
            <a:ext cx="628654" cy="628654"/>
          </a:xfrm>
          <a:prstGeom prst="rect">
            <a:avLst/>
          </a:prstGeom>
        </p:spPr>
      </p:pic>
      <p:graphicFrame>
        <p:nvGraphicFramePr>
          <p:cNvPr id="5" name="Объект 7">
            <a:extLst>
              <a:ext uri="{FF2B5EF4-FFF2-40B4-BE49-F238E27FC236}">
                <a16:creationId xmlns:a16="http://schemas.microsoft.com/office/drawing/2014/main" id="{CDE95D39-6851-552F-8945-A9C04D68F3D5}"/>
              </a:ext>
            </a:extLst>
          </p:cNvPr>
          <p:cNvGraphicFramePr/>
          <p:nvPr>
            <p:extLst>
              <p:ext uri="{D42A27DB-BD31-4B8C-83A1-F6EECF244321}">
                <p14:modId xmlns:p14="http://schemas.microsoft.com/office/powerpoint/2010/main" val="1335780486"/>
              </p:ext>
            </p:extLst>
          </p:nvPr>
        </p:nvGraphicFramePr>
        <p:xfrm>
          <a:off x="7145961" y="3433925"/>
          <a:ext cx="436245" cy="590550"/>
        </p:xfrm>
        <a:graphic>
          <a:graphicData uri="http://schemas.openxmlformats.org/presentationml/2006/ole">
            <mc:AlternateContent xmlns:mc="http://schemas.openxmlformats.org/markup-compatibility/2006">
              <mc:Choice xmlns:v="urn:schemas-microsoft-com:vml" Requires="v">
                <p:oleObj r:id="rId6" imgW="469900" imgH="624840" progId="CorelDraw.Graphic.25">
                  <p:embed/>
                </p:oleObj>
              </mc:Choice>
              <mc:Fallback>
                <p:oleObj r:id="rId6" imgW="469900" imgH="624840" progId="CorelDraw.Graphic.25">
                  <p:embed/>
                  <p:pic>
                    <p:nvPicPr>
                      <p:cNvPr id="14" name="Объект 7">
                        <a:extLst>
                          <a:ext uri="{FF2B5EF4-FFF2-40B4-BE49-F238E27FC236}">
                            <a16:creationId xmlns:a16="http://schemas.microsoft.com/office/drawing/2014/main" id="{EA71442E-7379-D102-D9A2-4C5A459AB2B9}"/>
                          </a:ext>
                        </a:extLst>
                      </p:cNvPr>
                      <p:cNvPicPr/>
                      <p:nvPr/>
                    </p:nvPicPr>
                    <p:blipFill>
                      <a:blip r:embed="rId7"/>
                      <a:stretch>
                        <a:fillRect/>
                      </a:stretch>
                    </p:blipFill>
                    <p:spPr>
                      <a:xfrm>
                        <a:off x="7145961" y="3433925"/>
                        <a:ext cx="436245" cy="590550"/>
                      </a:xfrm>
                      <a:prstGeom prst="rect">
                        <a:avLst/>
                      </a:prstGeom>
                    </p:spPr>
                  </p:pic>
                </p:oleObj>
              </mc:Fallback>
            </mc:AlternateContent>
          </a:graphicData>
        </a:graphic>
      </p:graphicFrame>
      <p:graphicFrame>
        <p:nvGraphicFramePr>
          <p:cNvPr id="6" name="Объект 13">
            <a:extLst>
              <a:ext uri="{FF2B5EF4-FFF2-40B4-BE49-F238E27FC236}">
                <a16:creationId xmlns:a16="http://schemas.microsoft.com/office/drawing/2014/main" id="{8AF18156-AA68-4F90-9247-B6E2135EC4F5}"/>
              </a:ext>
            </a:extLst>
          </p:cNvPr>
          <p:cNvGraphicFramePr/>
          <p:nvPr>
            <p:extLst>
              <p:ext uri="{D42A27DB-BD31-4B8C-83A1-F6EECF244321}">
                <p14:modId xmlns:p14="http://schemas.microsoft.com/office/powerpoint/2010/main" val="3493430547"/>
              </p:ext>
            </p:extLst>
          </p:nvPr>
        </p:nvGraphicFramePr>
        <p:xfrm>
          <a:off x="6787050" y="271500"/>
          <a:ext cx="639445" cy="599440"/>
        </p:xfrm>
        <a:graphic>
          <a:graphicData uri="http://schemas.openxmlformats.org/presentationml/2006/ole">
            <mc:AlternateContent xmlns:mc="http://schemas.openxmlformats.org/markup-compatibility/2006">
              <mc:Choice xmlns:v="urn:schemas-microsoft-com:vml" Requires="v">
                <p:oleObj r:id="rId8" imgW="663575" imgH="618490" progId="CorelDraw.Graphic.25">
                  <p:embed/>
                </p:oleObj>
              </mc:Choice>
              <mc:Fallback>
                <p:oleObj r:id="rId8" imgW="663575" imgH="618490" progId="CorelDraw.Graphic.25">
                  <p:embed/>
                  <p:pic>
                    <p:nvPicPr>
                      <p:cNvPr id="15" name="Объект 13">
                        <a:extLst>
                          <a:ext uri="{FF2B5EF4-FFF2-40B4-BE49-F238E27FC236}">
                            <a16:creationId xmlns:a16="http://schemas.microsoft.com/office/drawing/2014/main" id="{1D41705B-2A2E-C5A1-3E8C-F70818E209C1}"/>
                          </a:ext>
                        </a:extLst>
                      </p:cNvPr>
                      <p:cNvPicPr/>
                      <p:nvPr/>
                    </p:nvPicPr>
                    <p:blipFill>
                      <a:blip r:embed="rId9"/>
                      <a:stretch>
                        <a:fillRect/>
                      </a:stretch>
                    </p:blipFill>
                    <p:spPr>
                      <a:xfrm>
                        <a:off x="6787050" y="271500"/>
                        <a:ext cx="639445" cy="599440"/>
                      </a:xfrm>
                      <a:prstGeom prst="rect">
                        <a:avLst/>
                      </a:prstGeom>
                    </p:spPr>
                  </p:pic>
                </p:oleObj>
              </mc:Fallback>
            </mc:AlternateContent>
          </a:graphicData>
        </a:graphic>
      </p:graphicFrame>
      <p:pic>
        <p:nvPicPr>
          <p:cNvPr id="8" name="Picture 7" descr="A person in a hat and gloves holding a computer screen&#10;&#10;Description automatically generated">
            <a:extLst>
              <a:ext uri="{FF2B5EF4-FFF2-40B4-BE49-F238E27FC236}">
                <a16:creationId xmlns:a16="http://schemas.microsoft.com/office/drawing/2014/main" id="{FC9E151E-BDF7-DA99-7A90-2B4B34330E84}"/>
              </a:ext>
            </a:extLst>
          </p:cNvPr>
          <p:cNvPicPr>
            <a:picLocks noChangeAspect="1"/>
          </p:cNvPicPr>
          <p:nvPr/>
        </p:nvPicPr>
        <p:blipFill>
          <a:blip r:embed="rId10"/>
          <a:stretch>
            <a:fillRect/>
          </a:stretch>
        </p:blipFill>
        <p:spPr>
          <a:xfrm>
            <a:off x="49171" y="2128882"/>
            <a:ext cx="2254753" cy="225475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altLang="ru-RU"/>
              <a:t> </a:t>
            </a:r>
          </a:p>
        </p:txBody>
      </p:sp>
      <p:sp>
        <p:nvSpPr>
          <p:cNvPr id="3" name="Замещающее содержимое 2"/>
          <p:cNvSpPr>
            <a:spLocks noGrp="1"/>
          </p:cNvSpPr>
          <p:nvPr>
            <p:ph idx="1"/>
          </p:nvPr>
        </p:nvSpPr>
        <p:spPr>
          <a:xfrm>
            <a:off x="1703761" y="1897775"/>
            <a:ext cx="6017480" cy="704456"/>
          </a:xfrm>
        </p:spPr>
        <p:txBody>
          <a:bodyPr>
            <a:noAutofit/>
          </a:bodyPr>
          <a:lstStyle/>
          <a:p>
            <a:pPr marL="114300" indent="0" algn="ctr">
              <a:buNone/>
            </a:pPr>
            <a:r>
              <a:rPr lang="en" sz="3600" b="1" dirty="0">
                <a:solidFill>
                  <a:srgbClr val="00B0F0"/>
                </a:solidFill>
                <a:latin typeface="Host Grotesk" panose="020B0504030402000203" pitchFamily="34" charset="0"/>
                <a:ea typeface="Bitter"/>
                <a:cs typeface="Bitter"/>
                <a:sym typeface="Bitter"/>
              </a:rPr>
              <a:t>Dunyo bo’ylab SI haqida ko’rsatmalar</a:t>
            </a:r>
            <a:endParaRPr lang="en-US" sz="2000" dirty="0">
              <a:solidFill>
                <a:srgbClr val="00B0F0"/>
              </a:solidFill>
            </a:endParaRPr>
          </a:p>
        </p:txBody>
      </p:sp>
      <p:pic>
        <p:nvPicPr>
          <p:cNvPr id="5" name="Picture 4" descr="A logo on a black background&#10;&#10;Description automatically generated">
            <a:extLst>
              <a:ext uri="{FF2B5EF4-FFF2-40B4-BE49-F238E27FC236}">
                <a16:creationId xmlns:a16="http://schemas.microsoft.com/office/drawing/2014/main" id="{BAE106D4-157A-C84A-46B9-0339A7A963DE}"/>
              </a:ext>
            </a:extLst>
          </p:cNvPr>
          <p:cNvPicPr>
            <a:picLocks noChangeAspect="1"/>
          </p:cNvPicPr>
          <p:nvPr/>
        </p:nvPicPr>
        <p:blipFill>
          <a:blip r:embed="rId2" cstate="print">
            <a:extLst>
              <a:ext uri="{28A0092B-C50C-407E-A947-70E740481C1C}">
                <a14:useLocalDpi xmlns:a14="http://schemas.microsoft.com/office/drawing/2010/main" val="0"/>
              </a:ext>
            </a:extLst>
          </a:blip>
          <a:srcRect l="17966" t="41761" r="13807" b="41509"/>
          <a:stretch/>
        </p:blipFill>
        <p:spPr>
          <a:xfrm>
            <a:off x="485775" y="434278"/>
            <a:ext cx="1441011" cy="353337"/>
          </a:xfrm>
          <a:prstGeom prst="rect">
            <a:avLst/>
          </a:prstGeom>
        </p:spPr>
      </p:pic>
      <p:sp>
        <p:nvSpPr>
          <p:cNvPr id="11" name="Прямоугольник 7"/>
          <p:cNvSpPr/>
          <p:nvPr/>
        </p:nvSpPr>
        <p:spPr>
          <a:xfrm>
            <a:off x="0" y="3306687"/>
            <a:ext cx="9144000" cy="1836813"/>
          </a:xfrm>
          <a:prstGeom prst="rect">
            <a:avLst/>
          </a:prstGeom>
          <a:solidFill>
            <a:srgbClr val="4AC0F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ru-RU" altLang="en-US" sz="1800" b="1" dirty="0">
              <a:solidFill>
                <a:schemeClr val="bg1"/>
              </a:solidFill>
              <a:latin typeface="Century Gothic" panose="020B0502020202020204" pitchFamily="34" charset="0"/>
            </a:endParaRPr>
          </a:p>
        </p:txBody>
      </p:sp>
      <p:pic>
        <p:nvPicPr>
          <p:cNvPr id="8" name="Picture 7" descr="A sword and scales of justice&#10;&#10;Description automatically generated">
            <a:extLst>
              <a:ext uri="{FF2B5EF4-FFF2-40B4-BE49-F238E27FC236}">
                <a16:creationId xmlns:a16="http://schemas.microsoft.com/office/drawing/2014/main" id="{20757D15-8406-75FA-D505-935DF7990B37}"/>
              </a:ext>
            </a:extLst>
          </p:cNvPr>
          <p:cNvPicPr>
            <a:picLocks noChangeAspect="1"/>
          </p:cNvPicPr>
          <p:nvPr/>
        </p:nvPicPr>
        <p:blipFill>
          <a:blip r:embed="rId3"/>
          <a:stretch>
            <a:fillRect/>
          </a:stretch>
        </p:blipFill>
        <p:spPr>
          <a:xfrm>
            <a:off x="7459722" y="176806"/>
            <a:ext cx="1500596" cy="1500596"/>
          </a:xfrm>
          <a:prstGeom prst="rect">
            <a:avLst/>
          </a:prstGeom>
        </p:spPr>
      </p:pic>
      <p:pic>
        <p:nvPicPr>
          <p:cNvPr id="9" name="Picture 8" descr="A yellow star on a black background&#10;&#10;Description automatically generated">
            <a:extLst>
              <a:ext uri="{FF2B5EF4-FFF2-40B4-BE49-F238E27FC236}">
                <a16:creationId xmlns:a16="http://schemas.microsoft.com/office/drawing/2014/main" id="{EA3CCFD4-FD09-39DB-B9B9-C553274B69A4}"/>
              </a:ext>
            </a:extLst>
          </p:cNvPr>
          <p:cNvPicPr>
            <a:picLocks noChangeAspect="1"/>
          </p:cNvPicPr>
          <p:nvPr/>
        </p:nvPicPr>
        <p:blipFill>
          <a:blip r:embed="rId4"/>
          <a:stretch>
            <a:fillRect/>
          </a:stretch>
        </p:blipFill>
        <p:spPr>
          <a:xfrm>
            <a:off x="1560302" y="49145"/>
            <a:ext cx="628654" cy="628654"/>
          </a:xfrm>
          <a:prstGeom prst="rect">
            <a:avLst/>
          </a:prstGeom>
        </p:spPr>
      </p:pic>
      <p:graphicFrame>
        <p:nvGraphicFramePr>
          <p:cNvPr id="14" name="Объект 7">
            <a:extLst>
              <a:ext uri="{FF2B5EF4-FFF2-40B4-BE49-F238E27FC236}">
                <a16:creationId xmlns:a16="http://schemas.microsoft.com/office/drawing/2014/main" id="{EA71442E-7379-D102-D9A2-4C5A459AB2B9}"/>
              </a:ext>
            </a:extLst>
          </p:cNvPr>
          <p:cNvGraphicFramePr/>
          <p:nvPr/>
        </p:nvGraphicFramePr>
        <p:xfrm>
          <a:off x="1708663" y="2306956"/>
          <a:ext cx="436245" cy="590550"/>
        </p:xfrm>
        <a:graphic>
          <a:graphicData uri="http://schemas.openxmlformats.org/presentationml/2006/ole">
            <mc:AlternateContent xmlns:mc="http://schemas.openxmlformats.org/markup-compatibility/2006">
              <mc:Choice xmlns:v="urn:schemas-microsoft-com:vml" Requires="v">
                <p:oleObj r:id="rId5" imgW="469900" imgH="624840" progId="CorelDraw.Graphic.25">
                  <p:embed/>
                </p:oleObj>
              </mc:Choice>
              <mc:Fallback>
                <p:oleObj r:id="rId5" imgW="469900" imgH="624840" progId="CorelDraw.Graphic.25">
                  <p:embed/>
                  <p:pic>
                    <p:nvPicPr>
                      <p:cNvPr id="14" name="Объект 7">
                        <a:extLst>
                          <a:ext uri="{FF2B5EF4-FFF2-40B4-BE49-F238E27FC236}">
                            <a16:creationId xmlns:a16="http://schemas.microsoft.com/office/drawing/2014/main" id="{EA71442E-7379-D102-D9A2-4C5A459AB2B9}"/>
                          </a:ext>
                        </a:extLst>
                      </p:cNvPr>
                      <p:cNvPicPr/>
                      <p:nvPr/>
                    </p:nvPicPr>
                    <p:blipFill>
                      <a:blip r:embed="rId6"/>
                      <a:stretch>
                        <a:fillRect/>
                      </a:stretch>
                    </p:blipFill>
                    <p:spPr>
                      <a:xfrm>
                        <a:off x="1708663" y="2306956"/>
                        <a:ext cx="436245" cy="590550"/>
                      </a:xfrm>
                      <a:prstGeom prst="rect">
                        <a:avLst/>
                      </a:prstGeom>
                    </p:spPr>
                  </p:pic>
                </p:oleObj>
              </mc:Fallback>
            </mc:AlternateContent>
          </a:graphicData>
        </a:graphic>
      </p:graphicFrame>
      <p:graphicFrame>
        <p:nvGraphicFramePr>
          <p:cNvPr id="15" name="Объект 13">
            <a:extLst>
              <a:ext uri="{FF2B5EF4-FFF2-40B4-BE49-F238E27FC236}">
                <a16:creationId xmlns:a16="http://schemas.microsoft.com/office/drawing/2014/main" id="{1D41705B-2A2E-C5A1-3E8C-F70818E209C1}"/>
              </a:ext>
            </a:extLst>
          </p:cNvPr>
          <p:cNvGraphicFramePr/>
          <p:nvPr/>
        </p:nvGraphicFramePr>
        <p:xfrm>
          <a:off x="6478981" y="1569886"/>
          <a:ext cx="639445" cy="599440"/>
        </p:xfrm>
        <a:graphic>
          <a:graphicData uri="http://schemas.openxmlformats.org/presentationml/2006/ole">
            <mc:AlternateContent xmlns:mc="http://schemas.openxmlformats.org/markup-compatibility/2006">
              <mc:Choice xmlns:v="urn:schemas-microsoft-com:vml" Requires="v">
                <p:oleObj r:id="rId7" imgW="663575" imgH="618490" progId="CorelDraw.Graphic.25">
                  <p:embed/>
                </p:oleObj>
              </mc:Choice>
              <mc:Fallback>
                <p:oleObj r:id="rId7" imgW="663575" imgH="618490" progId="CorelDraw.Graphic.25">
                  <p:embed/>
                  <p:pic>
                    <p:nvPicPr>
                      <p:cNvPr id="15" name="Объект 13">
                        <a:extLst>
                          <a:ext uri="{FF2B5EF4-FFF2-40B4-BE49-F238E27FC236}">
                            <a16:creationId xmlns:a16="http://schemas.microsoft.com/office/drawing/2014/main" id="{1D41705B-2A2E-C5A1-3E8C-F70818E209C1}"/>
                          </a:ext>
                        </a:extLst>
                      </p:cNvPr>
                      <p:cNvPicPr/>
                      <p:nvPr/>
                    </p:nvPicPr>
                    <p:blipFill>
                      <a:blip r:embed="rId8"/>
                      <a:stretch>
                        <a:fillRect/>
                      </a:stretch>
                    </p:blipFill>
                    <p:spPr>
                      <a:xfrm>
                        <a:off x="6478981" y="1569886"/>
                        <a:ext cx="639445" cy="599440"/>
                      </a:xfrm>
                      <a:prstGeom prst="rect">
                        <a:avLst/>
                      </a:prstGeom>
                    </p:spPr>
                  </p:pic>
                </p:oleObj>
              </mc:Fallback>
            </mc:AlternateContent>
          </a:graphicData>
        </a:graphic>
      </p:graphicFrame>
    </p:spTree>
    <p:extLst>
      <p:ext uri="{BB962C8B-B14F-4D97-AF65-F5344CB8AC3E}">
        <p14:creationId xmlns:p14="http://schemas.microsoft.com/office/powerpoint/2010/main" val="4601285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6"/>
          <p:cNvSpPr txBox="1">
            <a:spLocks noGrp="1"/>
          </p:cNvSpPr>
          <p:nvPr>
            <p:ph type="title"/>
          </p:nvPr>
        </p:nvSpPr>
        <p:spPr>
          <a:xfrm>
            <a:off x="1606731" y="143300"/>
            <a:ext cx="7061494"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SzPts val="1100"/>
              <a:buNone/>
            </a:pPr>
            <a:endParaRPr sz="3020" b="1" dirty="0">
              <a:solidFill>
                <a:srgbClr val="00B0F0"/>
              </a:solidFill>
              <a:latin typeface="Host Grotesk" panose="020B0504030402000203" pitchFamily="34" charset="0"/>
              <a:ea typeface="Bitter"/>
              <a:cs typeface="Bitter"/>
              <a:sym typeface="Bitter"/>
            </a:endParaRPr>
          </a:p>
          <a:p>
            <a:pPr marL="0" lvl="0" indent="0" algn="l" rtl="0">
              <a:spcBef>
                <a:spcPts val="0"/>
              </a:spcBef>
              <a:spcAft>
                <a:spcPts val="0"/>
              </a:spcAft>
              <a:buSzPts val="1100"/>
              <a:buNone/>
            </a:pPr>
            <a:r>
              <a:rPr lang="en" sz="3020" b="1" dirty="0">
                <a:solidFill>
                  <a:srgbClr val="00B0F0"/>
                </a:solidFill>
                <a:latin typeface="Host Grotesk" panose="020B0504030402000203" pitchFamily="34" charset="0"/>
                <a:ea typeface="Bitter"/>
                <a:cs typeface="Bitter"/>
                <a:sym typeface="Bitter"/>
              </a:rPr>
              <a:t>Yevropa bo’yicha umumlashtirilgan SI axloq qoidalari</a:t>
            </a:r>
            <a:endParaRPr sz="3020" b="1" dirty="0">
              <a:solidFill>
                <a:srgbClr val="00B0F0"/>
              </a:solidFill>
              <a:latin typeface="Host Grotesk" panose="020B0504030402000203" pitchFamily="34" charset="0"/>
              <a:ea typeface="Bitter"/>
              <a:cs typeface="Bitter"/>
              <a:sym typeface="Bitter"/>
            </a:endParaRPr>
          </a:p>
        </p:txBody>
      </p:sp>
      <p:sp>
        <p:nvSpPr>
          <p:cNvPr id="198" name="Google Shape;198;p26"/>
          <p:cNvSpPr txBox="1">
            <a:spLocks noGrp="1"/>
          </p:cNvSpPr>
          <p:nvPr>
            <p:ph type="sldNum" idx="12"/>
          </p:nvPr>
        </p:nvSpPr>
        <p:spPr>
          <a:xfrm>
            <a:off x="6672372" y="4578638"/>
            <a:ext cx="23583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16</a:t>
            </a:fld>
            <a:endParaRPr/>
          </a:p>
        </p:txBody>
      </p:sp>
      <p:sp>
        <p:nvSpPr>
          <p:cNvPr id="200" name="Google Shape;200;p26"/>
          <p:cNvSpPr txBox="1"/>
          <p:nvPr/>
        </p:nvSpPr>
        <p:spPr>
          <a:xfrm>
            <a:off x="4434348" y="940526"/>
            <a:ext cx="4596324" cy="4031712"/>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1400"/>
              </a:spcBef>
              <a:spcAft>
                <a:spcPts val="0"/>
              </a:spcAft>
              <a:buClr>
                <a:schemeClr val="dk1"/>
              </a:buClr>
              <a:buSzPts val="1100"/>
              <a:buFont typeface="Arial"/>
              <a:buNone/>
            </a:pPr>
            <a:r>
              <a:rPr lang="en" sz="1800" dirty="0">
                <a:latin typeface="Host Grotesk" panose="020B0504030402000203" pitchFamily="34" charset="0"/>
                <a:ea typeface="Rubik"/>
                <a:cs typeface="Rubik"/>
                <a:sym typeface="Rubik"/>
              </a:rPr>
              <a:t>1. SI zararli emas foydali bo’lishi kerak</a:t>
            </a:r>
            <a:endParaRPr sz="1800" dirty="0">
              <a:latin typeface="Host Grotesk" panose="020B0504030402000203" pitchFamily="34" charset="0"/>
              <a:ea typeface="Rubik"/>
              <a:cs typeface="Rubik"/>
              <a:sym typeface="Rubik"/>
            </a:endParaRPr>
          </a:p>
          <a:p>
            <a:pPr marL="0" lvl="0" indent="0" algn="l" rtl="0">
              <a:lnSpc>
                <a:spcPct val="100000"/>
              </a:lnSpc>
              <a:spcBef>
                <a:spcPts val="1400"/>
              </a:spcBef>
              <a:spcAft>
                <a:spcPts val="0"/>
              </a:spcAft>
              <a:buClr>
                <a:schemeClr val="dk1"/>
              </a:buClr>
              <a:buSzPts val="1100"/>
              <a:buFont typeface="Arial"/>
              <a:buNone/>
            </a:pPr>
            <a:r>
              <a:rPr lang="en" sz="1800" dirty="0">
                <a:latin typeface="Host Grotesk" panose="020B0504030402000203" pitchFamily="34" charset="0"/>
                <a:ea typeface="Rubik"/>
                <a:cs typeface="Rubik"/>
                <a:sym typeface="Rubik"/>
              </a:rPr>
              <a:t>2. SI hammaga adolatli bo’lishi kerak</a:t>
            </a:r>
            <a:endParaRPr sz="1800" dirty="0">
              <a:latin typeface="Host Grotesk" panose="020B0504030402000203" pitchFamily="34" charset="0"/>
              <a:ea typeface="Rubik"/>
              <a:cs typeface="Rubik"/>
              <a:sym typeface="Rubik"/>
            </a:endParaRPr>
          </a:p>
          <a:p>
            <a:pPr marL="0" lvl="0" indent="0" algn="l" rtl="0">
              <a:lnSpc>
                <a:spcPct val="100000"/>
              </a:lnSpc>
              <a:spcBef>
                <a:spcPts val="1400"/>
              </a:spcBef>
              <a:spcAft>
                <a:spcPts val="0"/>
              </a:spcAft>
              <a:buClr>
                <a:schemeClr val="dk1"/>
              </a:buClr>
              <a:buSzPts val="1100"/>
              <a:buFont typeface="Arial"/>
              <a:buNone/>
            </a:pPr>
            <a:r>
              <a:rPr lang="en" sz="1800" dirty="0">
                <a:latin typeface="Host Grotesk" panose="020B0504030402000203" pitchFamily="34" charset="0"/>
                <a:ea typeface="Rubik"/>
                <a:cs typeface="Rubik"/>
                <a:sym typeface="Rubik"/>
              </a:rPr>
              <a:t>3.Maxfiylikni himoya qilish</a:t>
            </a:r>
            <a:endParaRPr sz="1800" dirty="0">
              <a:latin typeface="Host Grotesk" panose="020B0504030402000203" pitchFamily="34" charset="0"/>
              <a:ea typeface="Rubik"/>
              <a:cs typeface="Rubik"/>
              <a:sym typeface="Rubik"/>
            </a:endParaRPr>
          </a:p>
          <a:p>
            <a:pPr marL="0" lvl="0" indent="0" algn="l" rtl="0">
              <a:lnSpc>
                <a:spcPct val="100000"/>
              </a:lnSpc>
              <a:spcBef>
                <a:spcPts val="1400"/>
              </a:spcBef>
              <a:spcAft>
                <a:spcPts val="0"/>
              </a:spcAft>
              <a:buClr>
                <a:schemeClr val="dk1"/>
              </a:buClr>
              <a:buSzPts val="1100"/>
              <a:buFont typeface="Arial"/>
              <a:buNone/>
            </a:pPr>
            <a:r>
              <a:rPr lang="en" sz="1800" dirty="0">
                <a:latin typeface="Host Grotesk" panose="020B0504030402000203" pitchFamily="34" charset="0"/>
                <a:ea typeface="Rubik"/>
                <a:cs typeface="Rubik"/>
                <a:sym typeface="Rubik"/>
              </a:rPr>
              <a:t>4 Shaffoflik</a:t>
            </a:r>
            <a:endParaRPr sz="1800" dirty="0">
              <a:latin typeface="Host Grotesk" panose="020B0504030402000203" pitchFamily="34" charset="0"/>
              <a:ea typeface="Rubik"/>
              <a:cs typeface="Rubik"/>
              <a:sym typeface="Rubik"/>
            </a:endParaRPr>
          </a:p>
          <a:p>
            <a:pPr marL="0" lvl="0" indent="0" algn="l" rtl="0">
              <a:lnSpc>
                <a:spcPct val="100000"/>
              </a:lnSpc>
              <a:spcBef>
                <a:spcPts val="1400"/>
              </a:spcBef>
              <a:spcAft>
                <a:spcPts val="0"/>
              </a:spcAft>
              <a:buClr>
                <a:schemeClr val="dk1"/>
              </a:buClr>
              <a:buSzPts val="1100"/>
              <a:buFont typeface="Arial"/>
              <a:buNone/>
            </a:pPr>
            <a:r>
              <a:rPr lang="en" sz="1800" dirty="0">
                <a:latin typeface="Host Grotesk" panose="020B0504030402000203" pitchFamily="34" charset="0"/>
                <a:ea typeface="Rubik"/>
                <a:cs typeface="Rubik"/>
                <a:sym typeface="Rubik"/>
              </a:rPr>
              <a:t>5. Mas’uliyatni odamlar o’z zimmasiga oladi</a:t>
            </a:r>
            <a:endParaRPr sz="1800" dirty="0">
              <a:latin typeface="Host Grotesk" panose="020B0504030402000203" pitchFamily="34" charset="0"/>
              <a:ea typeface="Rubik"/>
              <a:cs typeface="Rubik"/>
              <a:sym typeface="Rubik"/>
            </a:endParaRPr>
          </a:p>
          <a:p>
            <a:pPr marL="0" lvl="0" indent="0" algn="l" rtl="0">
              <a:lnSpc>
                <a:spcPct val="100000"/>
              </a:lnSpc>
              <a:spcBef>
                <a:spcPts val="1400"/>
              </a:spcBef>
              <a:spcAft>
                <a:spcPts val="0"/>
              </a:spcAft>
              <a:buClr>
                <a:schemeClr val="dk1"/>
              </a:buClr>
              <a:buSzPts val="1100"/>
              <a:buFont typeface="Arial"/>
              <a:buNone/>
            </a:pPr>
            <a:r>
              <a:rPr lang="en" sz="1800" dirty="0">
                <a:latin typeface="Host Grotesk" panose="020B0504030402000203" pitchFamily="34" charset="0"/>
                <a:ea typeface="Rubik"/>
                <a:cs typeface="Rubik"/>
                <a:sym typeface="Rubik"/>
              </a:rPr>
              <a:t>6. SI xavfsiz va ishonchli bo’lishi kerak</a:t>
            </a:r>
            <a:endParaRPr sz="1800" dirty="0">
              <a:latin typeface="Host Grotesk" panose="020B0504030402000203" pitchFamily="34" charset="0"/>
              <a:ea typeface="Rubik"/>
              <a:cs typeface="Rubik"/>
              <a:sym typeface="Rubik"/>
            </a:endParaRPr>
          </a:p>
          <a:p>
            <a:pPr marL="0" lvl="0" indent="0" algn="l" rtl="0">
              <a:lnSpc>
                <a:spcPct val="100000"/>
              </a:lnSpc>
              <a:spcBef>
                <a:spcPts val="1400"/>
              </a:spcBef>
              <a:spcAft>
                <a:spcPts val="400"/>
              </a:spcAft>
              <a:buClr>
                <a:schemeClr val="dk1"/>
              </a:buClr>
              <a:buSzPts val="1100"/>
              <a:buFont typeface="Arial"/>
              <a:buNone/>
            </a:pPr>
            <a:r>
              <a:rPr lang="en" sz="1800" dirty="0">
                <a:latin typeface="Host Grotesk" panose="020B0504030402000203" pitchFamily="34" charset="0"/>
                <a:ea typeface="Rubik"/>
                <a:cs typeface="Rubik"/>
                <a:sym typeface="Rubik"/>
              </a:rPr>
              <a:t>7. </a:t>
            </a:r>
            <a:r>
              <a:rPr lang="en-US" sz="1800" dirty="0">
                <a:latin typeface="Host Grotesk" panose="020B0504030402000203" pitchFamily="34" charset="0"/>
                <a:ea typeface="Rubik"/>
                <a:cs typeface="Rubik"/>
                <a:sym typeface="Rubik"/>
              </a:rPr>
              <a:t>H</a:t>
            </a:r>
            <a:r>
              <a:rPr lang="en" sz="1800" dirty="0">
                <a:latin typeface="Host Grotesk" panose="020B0504030402000203" pitchFamily="34" charset="0"/>
                <a:ea typeface="Rubik"/>
                <a:cs typeface="Rubik"/>
                <a:sym typeface="Rubik"/>
              </a:rPr>
              <a:t>ar bir insonning huquqlarini himoyaqilishi kerak</a:t>
            </a:r>
            <a:endParaRPr sz="1800" dirty="0">
              <a:latin typeface="Host Grotesk" panose="020B0504030402000203" pitchFamily="34" charset="0"/>
            </a:endParaRPr>
          </a:p>
        </p:txBody>
      </p:sp>
      <p:sp>
        <p:nvSpPr>
          <p:cNvPr id="201" name="Google Shape;201;p26"/>
          <p:cNvSpPr txBox="1"/>
          <p:nvPr/>
        </p:nvSpPr>
        <p:spPr>
          <a:xfrm>
            <a:off x="350972" y="4314400"/>
            <a:ext cx="3533281" cy="68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dirty="0">
                <a:uFill>
                  <a:noFill/>
                </a:uFill>
                <a:hlinkClick r:id="rId3"/>
              </a:rPr>
              <a:t>Manba: </a:t>
            </a:r>
            <a:r>
              <a:rPr lang="en" sz="1200" u="sng" dirty="0">
                <a:solidFill>
                  <a:schemeClr val="hlink"/>
                </a:solidFill>
                <a:hlinkClick r:id="rId3"/>
              </a:rPr>
              <a:t>https://commission.europa.eu/strategy-and-policy/priorities-2019-2024/europe-fit-digital-age/excellence-and-trust-artificial-intelligence_en</a:t>
            </a:r>
            <a:endParaRPr sz="1200" dirty="0">
              <a:solidFill>
                <a:schemeClr val="dk2"/>
              </a:solidFill>
            </a:endParaRPr>
          </a:p>
        </p:txBody>
      </p:sp>
      <p:pic>
        <p:nvPicPr>
          <p:cNvPr id="202" name="Google Shape;202;p26"/>
          <p:cNvPicPr preferRelativeResize="0"/>
          <p:nvPr/>
        </p:nvPicPr>
        <p:blipFill rotWithShape="1">
          <a:blip r:embed="rId4">
            <a:alphaModFix/>
          </a:blip>
          <a:srcRect r="10402"/>
          <a:stretch/>
        </p:blipFill>
        <p:spPr>
          <a:xfrm>
            <a:off x="548344" y="1596037"/>
            <a:ext cx="3533281" cy="975713"/>
          </a:xfrm>
          <a:prstGeom prst="rect">
            <a:avLst/>
          </a:prstGeom>
          <a:noFill/>
          <a:ln>
            <a:noFill/>
          </a:ln>
        </p:spPr>
      </p:pic>
      <p:pic>
        <p:nvPicPr>
          <p:cNvPr id="3" name="Picture 2" descr="A black and blue outline with a blue circle and a black outline with a blue circle&#10;&#10;Description automatically generated">
            <a:extLst>
              <a:ext uri="{FF2B5EF4-FFF2-40B4-BE49-F238E27FC236}">
                <a16:creationId xmlns:a16="http://schemas.microsoft.com/office/drawing/2014/main" id="{45DF6ADA-410D-6C0C-A5E4-40774F03407A}"/>
              </a:ext>
            </a:extLst>
          </p:cNvPr>
          <p:cNvPicPr>
            <a:picLocks noChangeAspect="1"/>
          </p:cNvPicPr>
          <p:nvPr/>
        </p:nvPicPr>
        <p:blipFill>
          <a:blip r:embed="rId5"/>
          <a:stretch>
            <a:fillRect/>
          </a:stretch>
        </p:blipFill>
        <p:spPr>
          <a:xfrm>
            <a:off x="2615319" y="2571750"/>
            <a:ext cx="1466306" cy="1466306"/>
          </a:xfrm>
          <a:prstGeom prst="rect">
            <a:avLst/>
          </a:prstGeom>
        </p:spPr>
      </p:pic>
      <p:pic>
        <p:nvPicPr>
          <p:cNvPr id="4" name="Picture 3" descr="A logo on a black background&#10;&#10;Description automatically generated">
            <a:extLst>
              <a:ext uri="{FF2B5EF4-FFF2-40B4-BE49-F238E27FC236}">
                <a16:creationId xmlns:a16="http://schemas.microsoft.com/office/drawing/2014/main" id="{4FF85975-11B6-3507-6944-597EBBD5701C}"/>
              </a:ext>
            </a:extLst>
          </p:cNvPr>
          <p:cNvPicPr>
            <a:picLocks noChangeAspect="1"/>
          </p:cNvPicPr>
          <p:nvPr/>
        </p:nvPicPr>
        <p:blipFill>
          <a:blip r:embed="rId6" cstate="print">
            <a:extLst>
              <a:ext uri="{28A0092B-C50C-407E-A947-70E740481C1C}">
                <a14:useLocalDpi xmlns:a14="http://schemas.microsoft.com/office/drawing/2010/main" val="0"/>
              </a:ext>
            </a:extLst>
          </a:blip>
          <a:srcRect l="17966" t="41761" r="13807" b="41509"/>
          <a:stretch/>
        </p:blipFill>
        <p:spPr>
          <a:xfrm>
            <a:off x="485775" y="434278"/>
            <a:ext cx="1441011" cy="353337"/>
          </a:xfrm>
          <a:prstGeom prst="rect">
            <a:avLst/>
          </a:prstGeom>
        </p:spPr>
      </p:pic>
      <p:sp>
        <p:nvSpPr>
          <p:cNvPr id="5" name="Прямоугольник 7">
            <a:extLst>
              <a:ext uri="{FF2B5EF4-FFF2-40B4-BE49-F238E27FC236}">
                <a16:creationId xmlns:a16="http://schemas.microsoft.com/office/drawing/2014/main" id="{EF35FDE3-9787-25B1-C234-AAA617283E11}"/>
              </a:ext>
            </a:extLst>
          </p:cNvPr>
          <p:cNvSpPr/>
          <p:nvPr/>
        </p:nvSpPr>
        <p:spPr>
          <a:xfrm>
            <a:off x="0" y="4972238"/>
            <a:ext cx="9144000" cy="171262"/>
          </a:xfrm>
          <a:prstGeom prst="rect">
            <a:avLst/>
          </a:prstGeom>
          <a:solidFill>
            <a:srgbClr val="4AC0F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ru-RU" altLang="en-US" sz="1800" b="1" dirty="0">
              <a:solidFill>
                <a:schemeClr val="bg1"/>
              </a:solidFill>
              <a:latin typeface="Century Gothic" panose="020B0502020202020204" pitchFamily="34" charset="0"/>
            </a:endParaRPr>
          </a:p>
        </p:txBody>
      </p:sp>
      <p:pic>
        <p:nvPicPr>
          <p:cNvPr id="6" name="Picture 5" descr="A yellow star on a black background&#10;&#10;Description automatically generated">
            <a:extLst>
              <a:ext uri="{FF2B5EF4-FFF2-40B4-BE49-F238E27FC236}">
                <a16:creationId xmlns:a16="http://schemas.microsoft.com/office/drawing/2014/main" id="{9DB89CC2-0780-6357-4596-354A14458B81}"/>
              </a:ext>
            </a:extLst>
          </p:cNvPr>
          <p:cNvPicPr>
            <a:picLocks noChangeAspect="1"/>
          </p:cNvPicPr>
          <p:nvPr/>
        </p:nvPicPr>
        <p:blipFill>
          <a:blip r:embed="rId7"/>
          <a:stretch>
            <a:fillRect/>
          </a:stretch>
        </p:blipFill>
        <p:spPr>
          <a:xfrm>
            <a:off x="4354524" y="610946"/>
            <a:ext cx="628654" cy="628654"/>
          </a:xfrm>
          <a:prstGeom prst="rect">
            <a:avLst/>
          </a:prstGeom>
        </p:spPr>
      </p:pic>
      <p:graphicFrame>
        <p:nvGraphicFramePr>
          <p:cNvPr id="7" name="Объект 7">
            <a:extLst>
              <a:ext uri="{FF2B5EF4-FFF2-40B4-BE49-F238E27FC236}">
                <a16:creationId xmlns:a16="http://schemas.microsoft.com/office/drawing/2014/main" id="{81419396-44AA-D46F-A614-42ED9063ACC8}"/>
              </a:ext>
            </a:extLst>
          </p:cNvPr>
          <p:cNvGraphicFramePr/>
          <p:nvPr>
            <p:extLst>
              <p:ext uri="{D42A27DB-BD31-4B8C-83A1-F6EECF244321}">
                <p14:modId xmlns:p14="http://schemas.microsoft.com/office/powerpoint/2010/main" val="3896697326"/>
              </p:ext>
            </p:extLst>
          </p:nvPr>
        </p:nvGraphicFramePr>
        <p:xfrm>
          <a:off x="237644" y="4254500"/>
          <a:ext cx="218122" cy="324138"/>
        </p:xfrm>
        <a:graphic>
          <a:graphicData uri="http://schemas.openxmlformats.org/presentationml/2006/ole">
            <mc:AlternateContent xmlns:mc="http://schemas.openxmlformats.org/markup-compatibility/2006">
              <mc:Choice xmlns:v="urn:schemas-microsoft-com:vml" Requires="v">
                <p:oleObj r:id="rId8" imgW="469900" imgH="624840" progId="CorelDraw.Graphic.25">
                  <p:embed/>
                </p:oleObj>
              </mc:Choice>
              <mc:Fallback>
                <p:oleObj r:id="rId8" imgW="469900" imgH="624840" progId="CorelDraw.Graphic.25">
                  <p:embed/>
                  <p:pic>
                    <p:nvPicPr>
                      <p:cNvPr id="14" name="Объект 7">
                        <a:extLst>
                          <a:ext uri="{FF2B5EF4-FFF2-40B4-BE49-F238E27FC236}">
                            <a16:creationId xmlns:a16="http://schemas.microsoft.com/office/drawing/2014/main" id="{EA71442E-7379-D102-D9A2-4C5A459AB2B9}"/>
                          </a:ext>
                        </a:extLst>
                      </p:cNvPr>
                      <p:cNvPicPr/>
                      <p:nvPr/>
                    </p:nvPicPr>
                    <p:blipFill>
                      <a:blip r:embed="rId9"/>
                      <a:stretch>
                        <a:fillRect/>
                      </a:stretch>
                    </p:blipFill>
                    <p:spPr>
                      <a:xfrm>
                        <a:off x="237644" y="4254500"/>
                        <a:ext cx="218122" cy="324138"/>
                      </a:xfrm>
                      <a:prstGeom prst="rect">
                        <a:avLst/>
                      </a:prstGeom>
                    </p:spPr>
                  </p:pic>
                </p:oleObj>
              </mc:Fallback>
            </mc:AlternateContent>
          </a:graphicData>
        </a:graphic>
      </p:graphicFrame>
      <p:graphicFrame>
        <p:nvGraphicFramePr>
          <p:cNvPr id="8" name="Объект 13">
            <a:extLst>
              <a:ext uri="{FF2B5EF4-FFF2-40B4-BE49-F238E27FC236}">
                <a16:creationId xmlns:a16="http://schemas.microsoft.com/office/drawing/2014/main" id="{B54FE154-ABEB-9CDC-FD90-5EE958B90D42}"/>
              </a:ext>
            </a:extLst>
          </p:cNvPr>
          <p:cNvGraphicFramePr/>
          <p:nvPr>
            <p:extLst>
              <p:ext uri="{D42A27DB-BD31-4B8C-83A1-F6EECF244321}">
                <p14:modId xmlns:p14="http://schemas.microsoft.com/office/powerpoint/2010/main" val="1334385994"/>
              </p:ext>
            </p:extLst>
          </p:nvPr>
        </p:nvGraphicFramePr>
        <p:xfrm>
          <a:off x="3621195" y="4171100"/>
          <a:ext cx="218123" cy="238326"/>
        </p:xfrm>
        <a:graphic>
          <a:graphicData uri="http://schemas.openxmlformats.org/presentationml/2006/ole">
            <mc:AlternateContent xmlns:mc="http://schemas.openxmlformats.org/markup-compatibility/2006">
              <mc:Choice xmlns:v="urn:schemas-microsoft-com:vml" Requires="v">
                <p:oleObj r:id="rId10" imgW="663575" imgH="618490" progId="CorelDraw.Graphic.25">
                  <p:embed/>
                </p:oleObj>
              </mc:Choice>
              <mc:Fallback>
                <p:oleObj r:id="rId10" imgW="663575" imgH="618490" progId="CorelDraw.Graphic.25">
                  <p:embed/>
                  <p:pic>
                    <p:nvPicPr>
                      <p:cNvPr id="15" name="Объект 13">
                        <a:extLst>
                          <a:ext uri="{FF2B5EF4-FFF2-40B4-BE49-F238E27FC236}">
                            <a16:creationId xmlns:a16="http://schemas.microsoft.com/office/drawing/2014/main" id="{1D41705B-2A2E-C5A1-3E8C-F70818E209C1}"/>
                          </a:ext>
                        </a:extLst>
                      </p:cNvPr>
                      <p:cNvPicPr/>
                      <p:nvPr/>
                    </p:nvPicPr>
                    <p:blipFill>
                      <a:blip r:embed="rId11"/>
                      <a:stretch>
                        <a:fillRect/>
                      </a:stretch>
                    </p:blipFill>
                    <p:spPr>
                      <a:xfrm>
                        <a:off x="3621195" y="4171100"/>
                        <a:ext cx="218123" cy="238326"/>
                      </a:xfrm>
                      <a:prstGeom prst="rect">
                        <a:avLst/>
                      </a:prstGeom>
                    </p:spPr>
                  </p:pic>
                </p:oleObj>
              </mc:Fallback>
            </mc:AlternateContent>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27"/>
          <p:cNvSpPr txBox="1">
            <a:spLocks noGrp="1"/>
          </p:cNvSpPr>
          <p:nvPr>
            <p:ph type="title"/>
          </p:nvPr>
        </p:nvSpPr>
        <p:spPr>
          <a:xfrm>
            <a:off x="2684485" y="143300"/>
            <a:ext cx="5983739" cy="972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SzPts val="1100"/>
              <a:buNone/>
            </a:pPr>
            <a:r>
              <a:rPr lang="en-US" sz="3020" b="1" dirty="0" err="1">
                <a:solidFill>
                  <a:srgbClr val="00B0F0"/>
                </a:solidFill>
                <a:latin typeface="Host Grotesk" panose="020B0504030402000203" pitchFamily="34" charset="0"/>
                <a:ea typeface="Bitter"/>
                <a:cs typeface="Bitter"/>
                <a:sym typeface="Bitter"/>
              </a:rPr>
              <a:t>YUNESKOning</a:t>
            </a:r>
            <a:r>
              <a:rPr lang="en-US" sz="3020" b="1" dirty="0">
                <a:solidFill>
                  <a:srgbClr val="00B0F0"/>
                </a:solidFill>
                <a:latin typeface="Host Grotesk" panose="020B0504030402000203" pitchFamily="34" charset="0"/>
                <a:ea typeface="Bitter"/>
                <a:cs typeface="Bitter"/>
                <a:sym typeface="Bitter"/>
              </a:rPr>
              <a:t> </a:t>
            </a:r>
            <a:r>
              <a:rPr lang="en-US" sz="3020" b="1" dirty="0" err="1">
                <a:solidFill>
                  <a:srgbClr val="00B0F0"/>
                </a:solidFill>
                <a:latin typeface="Host Grotesk" panose="020B0504030402000203" pitchFamily="34" charset="0"/>
                <a:ea typeface="Bitter"/>
                <a:cs typeface="Bitter"/>
                <a:sym typeface="Bitter"/>
              </a:rPr>
              <a:t>sun’iy</a:t>
            </a:r>
            <a:r>
              <a:rPr lang="en-US" sz="3020" b="1" dirty="0">
                <a:solidFill>
                  <a:srgbClr val="00B0F0"/>
                </a:solidFill>
                <a:latin typeface="Host Grotesk" panose="020B0504030402000203" pitchFamily="34" charset="0"/>
                <a:ea typeface="Bitter"/>
                <a:cs typeface="Bitter"/>
                <a:sym typeface="Bitter"/>
              </a:rPr>
              <a:t> </a:t>
            </a:r>
            <a:r>
              <a:rPr lang="en-US" sz="3020" b="1" dirty="0" err="1">
                <a:solidFill>
                  <a:srgbClr val="00B0F0"/>
                </a:solidFill>
                <a:latin typeface="Host Grotesk" panose="020B0504030402000203" pitchFamily="34" charset="0"/>
                <a:ea typeface="Bitter"/>
                <a:cs typeface="Bitter"/>
                <a:sym typeface="Bitter"/>
              </a:rPr>
              <a:t>idrok</a:t>
            </a:r>
            <a:r>
              <a:rPr lang="en-US" sz="3020" b="1" dirty="0">
                <a:solidFill>
                  <a:srgbClr val="00B0F0"/>
                </a:solidFill>
                <a:latin typeface="Host Grotesk" panose="020B0504030402000203" pitchFamily="34" charset="0"/>
                <a:ea typeface="Bitter"/>
                <a:cs typeface="Bitter"/>
                <a:sym typeface="Bitter"/>
              </a:rPr>
              <a:t> </a:t>
            </a:r>
            <a:r>
              <a:rPr lang="en-US" sz="3020" b="1" dirty="0" err="1">
                <a:solidFill>
                  <a:srgbClr val="00B0F0"/>
                </a:solidFill>
                <a:latin typeface="Host Grotesk" panose="020B0504030402000203" pitchFamily="34" charset="0"/>
                <a:ea typeface="Bitter"/>
                <a:cs typeface="Bitter"/>
                <a:sym typeface="Bitter"/>
              </a:rPr>
              <a:t>etikasi</a:t>
            </a:r>
            <a:r>
              <a:rPr lang="en-US" sz="3020" b="1" dirty="0">
                <a:solidFill>
                  <a:srgbClr val="00B0F0"/>
                </a:solidFill>
                <a:latin typeface="Host Grotesk" panose="020B0504030402000203" pitchFamily="34" charset="0"/>
                <a:ea typeface="Bitter"/>
                <a:cs typeface="Bitter"/>
                <a:sym typeface="Bitter"/>
              </a:rPr>
              <a:t> </a:t>
            </a:r>
            <a:r>
              <a:rPr lang="en-US" sz="3020" b="1" dirty="0" err="1">
                <a:solidFill>
                  <a:srgbClr val="00B0F0"/>
                </a:solidFill>
                <a:latin typeface="Host Grotesk" panose="020B0504030402000203" pitchFamily="34" charset="0"/>
                <a:ea typeface="Bitter"/>
                <a:cs typeface="Bitter"/>
                <a:sym typeface="Bitter"/>
              </a:rPr>
              <a:t>bo’yicha</a:t>
            </a:r>
            <a:r>
              <a:rPr lang="en-US" sz="3020" b="1" dirty="0">
                <a:solidFill>
                  <a:srgbClr val="00B0F0"/>
                </a:solidFill>
                <a:latin typeface="Host Grotesk" panose="020B0504030402000203" pitchFamily="34" charset="0"/>
                <a:ea typeface="Bitter"/>
                <a:cs typeface="Bitter"/>
                <a:sym typeface="Bitter"/>
              </a:rPr>
              <a:t> </a:t>
            </a:r>
            <a:r>
              <a:rPr lang="en-US" sz="3020" b="1" dirty="0" err="1">
                <a:solidFill>
                  <a:srgbClr val="00B0F0"/>
                </a:solidFill>
                <a:latin typeface="Host Grotesk" panose="020B0504030402000203" pitchFamily="34" charset="0"/>
                <a:ea typeface="Bitter"/>
                <a:cs typeface="Bitter"/>
                <a:sym typeface="Bitter"/>
              </a:rPr>
              <a:t>tavsiyasi</a:t>
            </a:r>
            <a:endParaRPr sz="3020" b="1" dirty="0">
              <a:solidFill>
                <a:srgbClr val="00B0F0"/>
              </a:solidFill>
              <a:latin typeface="Host Grotesk" panose="020B0504030402000203" pitchFamily="34" charset="0"/>
              <a:ea typeface="Bitter"/>
              <a:cs typeface="Bitter"/>
              <a:sym typeface="Bitter"/>
            </a:endParaRPr>
          </a:p>
        </p:txBody>
      </p:sp>
      <p:sp>
        <p:nvSpPr>
          <p:cNvPr id="208" name="Google Shape;208;p27"/>
          <p:cNvSpPr txBox="1">
            <a:spLocks noGrp="1"/>
          </p:cNvSpPr>
          <p:nvPr>
            <p:ph type="sldNum" idx="12"/>
          </p:nvPr>
        </p:nvSpPr>
        <p:spPr>
          <a:xfrm>
            <a:off x="6672372" y="4578638"/>
            <a:ext cx="23583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17</a:t>
            </a:fld>
            <a:endParaRPr/>
          </a:p>
        </p:txBody>
      </p:sp>
      <p:sp>
        <p:nvSpPr>
          <p:cNvPr id="210" name="Google Shape;210;p27"/>
          <p:cNvSpPr txBox="1"/>
          <p:nvPr/>
        </p:nvSpPr>
        <p:spPr>
          <a:xfrm>
            <a:off x="322850" y="1115275"/>
            <a:ext cx="2186400" cy="297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
        <p:nvSpPr>
          <p:cNvPr id="211" name="Google Shape;211;p27"/>
          <p:cNvSpPr txBox="1"/>
          <p:nvPr/>
        </p:nvSpPr>
        <p:spPr>
          <a:xfrm>
            <a:off x="322850" y="1056425"/>
            <a:ext cx="8511600" cy="3707200"/>
          </a:xfrm>
          <a:prstGeom prst="rect">
            <a:avLst/>
          </a:prstGeom>
          <a:noFill/>
          <a:ln>
            <a:noFill/>
          </a:ln>
        </p:spPr>
        <p:txBody>
          <a:bodyPr spcFirstLastPara="1" wrap="square" lIns="91425" tIns="91425" rIns="91425" bIns="91425" anchor="t" anchorCtr="0">
            <a:noAutofit/>
          </a:bodyPr>
          <a:lstStyle/>
          <a:p>
            <a:pPr marL="457200" lvl="0" indent="-342900">
              <a:buClr>
                <a:schemeClr val="dk1"/>
              </a:buClr>
              <a:buSzPts val="1800"/>
              <a:buFont typeface="Rubik"/>
              <a:buAutoNum type="arabicPeriod"/>
            </a:pPr>
            <a:r>
              <a:rPr lang="en" sz="1800" b="1" dirty="0">
                <a:solidFill>
                  <a:schemeClr val="tx1"/>
                </a:solidFill>
                <a:latin typeface="Host Grotesk" panose="020B0504030402000203" pitchFamily="34" charset="0"/>
                <a:ea typeface="Rubik"/>
                <a:cs typeface="Rubik"/>
                <a:sym typeface="Rubik"/>
              </a:rPr>
              <a:t>Insonlarni hurmat qiling</a:t>
            </a:r>
            <a:r>
              <a:rPr lang="en" sz="1800" dirty="0">
                <a:solidFill>
                  <a:schemeClr val="tx1"/>
                </a:solidFill>
                <a:latin typeface="Host Grotesk" panose="020B0504030402000203" pitchFamily="34" charset="0"/>
                <a:ea typeface="Rubik"/>
                <a:cs typeface="Rubik"/>
                <a:sym typeface="Rubik"/>
              </a:rPr>
              <a:t>: S</a:t>
            </a:r>
            <a:r>
              <a:rPr lang="en-US" sz="1800" dirty="0">
                <a:solidFill>
                  <a:schemeClr val="tx1"/>
                </a:solidFill>
                <a:latin typeface="Host Grotesk" panose="020B0504030402000203" pitchFamily="34" charset="0"/>
                <a:ea typeface="Rubik"/>
                <a:cs typeface="Rubik"/>
                <a:sym typeface="Rubik"/>
              </a:rPr>
              <a:t>l </a:t>
            </a:r>
            <a:r>
              <a:rPr lang="en-US" sz="1800" dirty="0" err="1">
                <a:solidFill>
                  <a:schemeClr val="tx1"/>
                </a:solidFill>
                <a:latin typeface="Host Grotesk" panose="020B0504030402000203" pitchFamily="34" charset="0"/>
                <a:ea typeface="Rubik"/>
                <a:cs typeface="Rubik"/>
                <a:sym typeface="Rubik"/>
              </a:rPr>
              <a:t>inson</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huquqlari</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qadr-qimmati</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va</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adolatini</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himoya</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qilishi</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kerak</a:t>
            </a:r>
            <a:r>
              <a:rPr lang="en-US" sz="1800" dirty="0">
                <a:solidFill>
                  <a:schemeClr val="tx1"/>
                </a:solidFill>
                <a:latin typeface="Host Grotesk" panose="020B0504030402000203" pitchFamily="34" charset="0"/>
                <a:ea typeface="Rubik"/>
                <a:cs typeface="Rubik"/>
                <a:sym typeface="Rubik"/>
              </a:rPr>
              <a:t>. U </a:t>
            </a:r>
            <a:r>
              <a:rPr lang="en-US" sz="1800" dirty="0" err="1">
                <a:solidFill>
                  <a:schemeClr val="tx1"/>
                </a:solidFill>
                <a:latin typeface="Host Grotesk" panose="020B0504030402000203" pitchFamily="34" charset="0"/>
                <a:ea typeface="Rubik"/>
                <a:cs typeface="Rubik"/>
                <a:sym typeface="Rubik"/>
              </a:rPr>
              <a:t>hammaga</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teng</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munosabatda</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bo'lishi</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va</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hech</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kimga</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zarar</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keltirmasligi</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kerak</a:t>
            </a:r>
            <a:r>
              <a:rPr lang="en-US" sz="1800" dirty="0">
                <a:solidFill>
                  <a:schemeClr val="tx1"/>
                </a:solidFill>
                <a:latin typeface="Host Grotesk" panose="020B0504030402000203" pitchFamily="34" charset="0"/>
                <a:ea typeface="Rubik"/>
                <a:cs typeface="Rubik"/>
                <a:sym typeface="Rubik"/>
              </a:rPr>
              <a:t>.</a:t>
            </a:r>
            <a:r>
              <a:rPr lang="en" sz="1800" dirty="0">
                <a:solidFill>
                  <a:schemeClr val="tx1"/>
                </a:solidFill>
                <a:latin typeface="Host Grotesk" panose="020B0504030402000203" pitchFamily="34" charset="0"/>
                <a:ea typeface="Rubik"/>
                <a:cs typeface="Rubik"/>
                <a:sym typeface="Rubik"/>
              </a:rPr>
              <a:t>.</a:t>
            </a:r>
            <a:endParaRPr sz="1800" dirty="0">
              <a:solidFill>
                <a:schemeClr val="tx1"/>
              </a:solidFill>
              <a:latin typeface="Host Grotesk" panose="020B0504030402000203" pitchFamily="34" charset="0"/>
              <a:ea typeface="Rubik"/>
              <a:cs typeface="Rubik"/>
              <a:sym typeface="Rubik"/>
            </a:endParaRPr>
          </a:p>
          <a:p>
            <a:pPr marL="457200" lvl="0" indent="-342900">
              <a:buClr>
                <a:schemeClr val="dk1"/>
              </a:buClr>
              <a:buSzPts val="1800"/>
              <a:buFont typeface="Rubik"/>
              <a:buAutoNum type="arabicPeriod"/>
            </a:pPr>
            <a:r>
              <a:rPr lang="en" sz="1800" b="1" dirty="0">
                <a:solidFill>
                  <a:schemeClr val="tx1"/>
                </a:solidFill>
                <a:latin typeface="Host Grotesk" panose="020B0504030402000203" pitchFamily="34" charset="0"/>
                <a:ea typeface="Rubik"/>
                <a:cs typeface="Rubik"/>
                <a:sym typeface="Rubik"/>
              </a:rPr>
              <a:t>Shaffoflik</a:t>
            </a:r>
            <a:r>
              <a:rPr lang="en"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Odamlar</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uning</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qarorlarini</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tushunishlari</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uchun</a:t>
            </a:r>
            <a:r>
              <a:rPr lang="en-US" sz="1800" dirty="0">
                <a:solidFill>
                  <a:schemeClr val="tx1"/>
                </a:solidFill>
                <a:latin typeface="Host Grotesk" panose="020B0504030402000203" pitchFamily="34" charset="0"/>
                <a:ea typeface="Rubik"/>
                <a:cs typeface="Rubik"/>
                <a:sym typeface="Rubik"/>
              </a:rPr>
              <a:t> </a:t>
            </a:r>
            <a:r>
              <a:rPr lang="en" sz="1800" dirty="0">
                <a:solidFill>
                  <a:schemeClr val="tx1"/>
                </a:solidFill>
                <a:latin typeface="Host Grotesk" panose="020B0504030402000203" pitchFamily="34" charset="0"/>
                <a:ea typeface="Rubik"/>
                <a:cs typeface="Rubik"/>
                <a:sym typeface="Rubik"/>
              </a:rPr>
              <a:t>S</a:t>
            </a:r>
            <a:r>
              <a:rPr lang="en-US" sz="1800" dirty="0" err="1">
                <a:solidFill>
                  <a:schemeClr val="tx1"/>
                </a:solidFill>
                <a:latin typeface="Host Grotesk" panose="020B0504030402000203" pitchFamily="34" charset="0"/>
                <a:ea typeface="Rubik"/>
                <a:cs typeface="Rubik"/>
                <a:sym typeface="Rubik"/>
              </a:rPr>
              <a:t>lning</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ishlashi</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aniq</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bo'lishi</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kerak</a:t>
            </a:r>
            <a:r>
              <a:rPr lang="en-US" sz="1800" dirty="0">
                <a:solidFill>
                  <a:schemeClr val="tx1"/>
                </a:solidFill>
                <a:latin typeface="Host Grotesk" panose="020B0504030402000203" pitchFamily="34" charset="0"/>
                <a:ea typeface="Rubik"/>
                <a:cs typeface="Rubik"/>
                <a:sym typeface="Rubik"/>
              </a:rPr>
              <a:t>.</a:t>
            </a:r>
            <a:endParaRPr sz="1800" dirty="0">
              <a:solidFill>
                <a:schemeClr val="tx1"/>
              </a:solidFill>
              <a:latin typeface="Host Grotesk" panose="020B0504030402000203" pitchFamily="34" charset="0"/>
              <a:ea typeface="Rubik"/>
              <a:cs typeface="Rubik"/>
              <a:sym typeface="Rubik"/>
            </a:endParaRPr>
          </a:p>
          <a:p>
            <a:pPr marL="457200" lvl="0" indent="-342900">
              <a:buClr>
                <a:schemeClr val="dk1"/>
              </a:buClr>
              <a:buSzPts val="1800"/>
              <a:buFont typeface="Rubik"/>
              <a:buAutoNum type="arabicPeriod"/>
            </a:pPr>
            <a:r>
              <a:rPr lang="en" sz="1800" b="1" dirty="0">
                <a:solidFill>
                  <a:schemeClr val="tx1"/>
                </a:solidFill>
                <a:latin typeface="Host Grotesk" panose="020B0504030402000203" pitchFamily="34" charset="0"/>
                <a:ea typeface="Rubik"/>
                <a:cs typeface="Rubik"/>
                <a:sym typeface="Rubik"/>
              </a:rPr>
              <a:t>Xavfsizlik</a:t>
            </a:r>
            <a:r>
              <a:rPr lang="en"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Sl</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tizimlar</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xato</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yoki</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zararni</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oldini</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olish</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uchun</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yaratilgan</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bo'lishi</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kerak</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va</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ularni</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har</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doim</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odamlar</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nazorat</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qilishi</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kerak</a:t>
            </a:r>
            <a:r>
              <a:rPr lang="en-US" sz="1800" dirty="0">
                <a:solidFill>
                  <a:schemeClr val="tx1"/>
                </a:solidFill>
                <a:latin typeface="Host Grotesk" panose="020B0504030402000203" pitchFamily="34" charset="0"/>
                <a:ea typeface="Rubik"/>
                <a:cs typeface="Rubik"/>
                <a:sym typeface="Rubik"/>
              </a:rPr>
              <a:t>.</a:t>
            </a:r>
            <a:endParaRPr sz="1800" dirty="0">
              <a:solidFill>
                <a:schemeClr val="tx1"/>
              </a:solidFill>
              <a:latin typeface="Host Grotesk" panose="020B0504030402000203" pitchFamily="34" charset="0"/>
              <a:ea typeface="Rubik"/>
              <a:cs typeface="Rubik"/>
              <a:sym typeface="Rubik"/>
            </a:endParaRPr>
          </a:p>
          <a:p>
            <a:pPr marL="457200" lvl="0" indent="-342900">
              <a:buClr>
                <a:schemeClr val="dk1"/>
              </a:buClr>
              <a:buSzPts val="1800"/>
              <a:buFont typeface="Rubik"/>
              <a:buAutoNum type="arabicPeriod"/>
            </a:pPr>
            <a:r>
              <a:rPr lang="en" sz="1800" b="1" dirty="0">
                <a:solidFill>
                  <a:schemeClr val="tx1"/>
                </a:solidFill>
                <a:latin typeface="Host Grotesk" panose="020B0504030402000203" pitchFamily="34" charset="0"/>
                <a:ea typeface="Rubik"/>
                <a:cs typeface="Rubik"/>
                <a:sym typeface="Rubik"/>
              </a:rPr>
              <a:t>Sayyorani himoya qiling</a:t>
            </a:r>
            <a:r>
              <a:rPr lang="en" sz="1800" dirty="0">
                <a:solidFill>
                  <a:schemeClr val="tx1"/>
                </a:solidFill>
                <a:latin typeface="Host Grotesk" panose="020B0504030402000203" pitchFamily="34" charset="0"/>
                <a:ea typeface="Rubik"/>
                <a:cs typeface="Rubik"/>
                <a:sym typeface="Rubik"/>
              </a:rPr>
              <a:t>: S</a:t>
            </a:r>
            <a:r>
              <a:rPr lang="en-US" sz="1800" dirty="0">
                <a:solidFill>
                  <a:schemeClr val="tx1"/>
                </a:solidFill>
                <a:latin typeface="Host Grotesk" panose="020B0504030402000203" pitchFamily="34" charset="0"/>
                <a:ea typeface="Rubik"/>
                <a:cs typeface="Rubik"/>
                <a:sym typeface="Rubik"/>
              </a:rPr>
              <a:t>l </a:t>
            </a:r>
            <a:r>
              <a:rPr lang="en-US" sz="1800" dirty="0" err="1">
                <a:solidFill>
                  <a:schemeClr val="tx1"/>
                </a:solidFill>
                <a:latin typeface="Host Grotesk" panose="020B0504030402000203" pitchFamily="34" charset="0"/>
                <a:ea typeface="Rubik"/>
                <a:cs typeface="Rubik"/>
                <a:sym typeface="Rubik"/>
              </a:rPr>
              <a:t>atrof-muhitni</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himoya</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qilishga</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yordam</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berishi</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va</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energiyani</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tejashi</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kerak</a:t>
            </a:r>
            <a:endParaRPr sz="1800" dirty="0">
              <a:solidFill>
                <a:schemeClr val="tx1"/>
              </a:solidFill>
              <a:latin typeface="Host Grotesk" panose="020B0504030402000203" pitchFamily="34" charset="0"/>
              <a:ea typeface="Rubik"/>
              <a:cs typeface="Rubik"/>
              <a:sym typeface="Rubik"/>
            </a:endParaRPr>
          </a:p>
          <a:p>
            <a:pPr marL="457200" lvl="0" indent="-342900">
              <a:buClr>
                <a:schemeClr val="dk1"/>
              </a:buClr>
              <a:buSzPts val="1800"/>
              <a:buFont typeface="Rubik"/>
              <a:buAutoNum type="arabicPeriod"/>
            </a:pPr>
            <a:r>
              <a:rPr lang="en-US" sz="1800" b="1" dirty="0" err="1">
                <a:solidFill>
                  <a:schemeClr val="tx1"/>
                </a:solidFill>
                <a:latin typeface="Host Grotesk" panose="020B0504030402000203" pitchFamily="34" charset="0"/>
                <a:ea typeface="Rubik"/>
                <a:cs typeface="Rubik"/>
                <a:sym typeface="Rubik"/>
              </a:rPr>
              <a:t>O'rganishni</a:t>
            </a:r>
            <a:r>
              <a:rPr lang="en-US" sz="1800" b="1" dirty="0">
                <a:solidFill>
                  <a:schemeClr val="tx1"/>
                </a:solidFill>
                <a:latin typeface="Host Grotesk" panose="020B0504030402000203" pitchFamily="34" charset="0"/>
                <a:ea typeface="Rubik"/>
                <a:cs typeface="Rubik"/>
                <a:sym typeface="Rubik"/>
              </a:rPr>
              <a:t> </a:t>
            </a:r>
            <a:r>
              <a:rPr lang="en-US" sz="1800" b="1" dirty="0" err="1">
                <a:solidFill>
                  <a:schemeClr val="tx1"/>
                </a:solidFill>
                <a:latin typeface="Host Grotesk" panose="020B0504030402000203" pitchFamily="34" charset="0"/>
                <a:ea typeface="Rubik"/>
                <a:cs typeface="Rubik"/>
                <a:sym typeface="Rubik"/>
              </a:rPr>
              <a:t>rag'batlantiring</a:t>
            </a:r>
            <a:r>
              <a:rPr lang="en"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Har</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bir</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inson</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Sldan</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foydalanishda</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yaxshi</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tanlov</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qilish</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uchun</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uni</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o'rganish</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imkoniyatiga</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ega</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bo'lishi</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kerak</a:t>
            </a:r>
            <a:r>
              <a:rPr lang="en-US" sz="1800" dirty="0">
                <a:solidFill>
                  <a:schemeClr val="tx1"/>
                </a:solidFill>
                <a:latin typeface="Host Grotesk" panose="020B0504030402000203" pitchFamily="34" charset="0"/>
                <a:ea typeface="Rubik"/>
                <a:cs typeface="Rubik"/>
                <a:sym typeface="Rubik"/>
              </a:rPr>
              <a:t>.</a:t>
            </a:r>
            <a:endParaRPr sz="1800" dirty="0">
              <a:solidFill>
                <a:schemeClr val="tx1"/>
              </a:solidFill>
              <a:latin typeface="Host Grotesk" panose="020B0504030402000203" pitchFamily="34" charset="0"/>
              <a:ea typeface="Rubik"/>
              <a:cs typeface="Rubik"/>
              <a:sym typeface="Rubik"/>
            </a:endParaRPr>
          </a:p>
          <a:p>
            <a:pPr marL="457200" lvl="0" indent="-342900">
              <a:buClr>
                <a:schemeClr val="dk1"/>
              </a:buClr>
              <a:buSzPts val="1800"/>
              <a:buFont typeface="Rubik"/>
              <a:buAutoNum type="arabicPeriod"/>
            </a:pPr>
            <a:r>
              <a:rPr lang="en" sz="1800" b="1" dirty="0">
                <a:solidFill>
                  <a:schemeClr val="tx1"/>
                </a:solidFill>
                <a:latin typeface="Host Grotesk" panose="020B0504030402000203" pitchFamily="34" charset="0"/>
                <a:ea typeface="Rubik"/>
                <a:cs typeface="Rubik"/>
                <a:sym typeface="Rubik"/>
              </a:rPr>
              <a:t>T</a:t>
            </a:r>
            <a:r>
              <a:rPr lang="en-US" sz="1800" b="1" dirty="0" err="1">
                <a:solidFill>
                  <a:schemeClr val="tx1"/>
                </a:solidFill>
                <a:latin typeface="Host Grotesk" panose="020B0504030402000203" pitchFamily="34" charset="0"/>
                <a:ea typeface="Rubik"/>
                <a:cs typeface="Rubik"/>
                <a:sym typeface="Rubik"/>
              </a:rPr>
              <a:t>englikni</a:t>
            </a:r>
            <a:r>
              <a:rPr lang="en-US" sz="1800" b="1" dirty="0">
                <a:solidFill>
                  <a:schemeClr val="tx1"/>
                </a:solidFill>
                <a:latin typeface="Host Grotesk" panose="020B0504030402000203" pitchFamily="34" charset="0"/>
                <a:ea typeface="Rubik"/>
                <a:cs typeface="Rubik"/>
                <a:sym typeface="Rubik"/>
              </a:rPr>
              <a:t> </a:t>
            </a:r>
            <a:r>
              <a:rPr lang="en-US" sz="1800" b="1" dirty="0" err="1">
                <a:solidFill>
                  <a:schemeClr val="tx1"/>
                </a:solidFill>
                <a:latin typeface="Host Grotesk" panose="020B0504030402000203" pitchFamily="34" charset="0"/>
                <a:ea typeface="Rubik"/>
                <a:cs typeface="Rubik"/>
                <a:sym typeface="Rubik"/>
              </a:rPr>
              <a:t>targ'ib</a:t>
            </a:r>
            <a:r>
              <a:rPr lang="en-US" sz="1800" b="1" dirty="0">
                <a:solidFill>
                  <a:schemeClr val="tx1"/>
                </a:solidFill>
                <a:latin typeface="Host Grotesk" panose="020B0504030402000203" pitchFamily="34" charset="0"/>
                <a:ea typeface="Rubik"/>
                <a:cs typeface="Rubik"/>
                <a:sym typeface="Rubik"/>
              </a:rPr>
              <a:t> </a:t>
            </a:r>
            <a:r>
              <a:rPr lang="en-US" sz="1800" b="1" dirty="0" err="1">
                <a:solidFill>
                  <a:schemeClr val="tx1"/>
                </a:solidFill>
                <a:latin typeface="Host Grotesk" panose="020B0504030402000203" pitchFamily="34" charset="0"/>
                <a:ea typeface="Rubik"/>
                <a:cs typeface="Rubik"/>
                <a:sym typeface="Rubik"/>
              </a:rPr>
              <a:t>qilish</a:t>
            </a:r>
            <a:r>
              <a:rPr lang="en" sz="1800" dirty="0">
                <a:solidFill>
                  <a:schemeClr val="tx1"/>
                </a:solidFill>
                <a:latin typeface="Host Grotesk" panose="020B0504030402000203" pitchFamily="34" charset="0"/>
                <a:ea typeface="Rubik"/>
                <a:cs typeface="Rubik"/>
                <a:sym typeface="Rubik"/>
              </a:rPr>
              <a:t>: SI </a:t>
            </a:r>
            <a:r>
              <a:rPr lang="en-US" sz="1800" dirty="0">
                <a:solidFill>
                  <a:schemeClr val="tx1"/>
                </a:solidFill>
                <a:latin typeface="Host Grotesk" panose="020B0504030402000203" pitchFamily="34" charset="0"/>
                <a:ea typeface="Rubik"/>
                <a:cs typeface="Rubik"/>
                <a:sym typeface="Rubik"/>
              </a:rPr>
              <a:t>gender </a:t>
            </a:r>
            <a:r>
              <a:rPr lang="en-US" sz="1800" dirty="0" err="1">
                <a:solidFill>
                  <a:schemeClr val="tx1"/>
                </a:solidFill>
                <a:latin typeface="Host Grotesk" panose="020B0504030402000203" pitchFamily="34" charset="0"/>
                <a:ea typeface="Rubik"/>
                <a:cs typeface="Rubik"/>
                <a:sym typeface="Rubik"/>
              </a:rPr>
              <a:t>yoki</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irqiy</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tarafkashlik</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kabi</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adolatsizlikni</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kamaytirishga</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mo'ljallangan</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bo'lishi</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va</a:t>
            </a:r>
            <a:r>
              <a:rPr lang="en-US" sz="1800" dirty="0">
                <a:solidFill>
                  <a:schemeClr val="tx1"/>
                </a:solidFill>
                <a:latin typeface="Host Grotesk" panose="020B0504030402000203" pitchFamily="34" charset="0"/>
                <a:ea typeface="Rubik"/>
                <a:cs typeface="Rubik"/>
                <a:sym typeface="Rubik"/>
              </a:rPr>
              <a:t> u </a:t>
            </a:r>
            <a:r>
              <a:rPr lang="en-US" sz="1800" dirty="0" err="1">
                <a:solidFill>
                  <a:schemeClr val="tx1"/>
                </a:solidFill>
                <a:latin typeface="Host Grotesk" panose="020B0504030402000203" pitchFamily="34" charset="0"/>
                <a:ea typeface="Rubik"/>
                <a:cs typeface="Rubik"/>
                <a:sym typeface="Rubik"/>
              </a:rPr>
              <a:t>bir</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necha</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kishiga</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emas</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balki</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hammaga</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yordam</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berishiga</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ishonch</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hosil</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qilishi</a:t>
            </a:r>
            <a:r>
              <a:rPr lang="en-US" sz="1800" dirty="0">
                <a:solidFill>
                  <a:schemeClr val="tx1"/>
                </a:solidFill>
                <a:latin typeface="Host Grotesk" panose="020B0504030402000203" pitchFamily="34" charset="0"/>
                <a:ea typeface="Rubik"/>
                <a:cs typeface="Rubik"/>
                <a:sym typeface="Rubik"/>
              </a:rPr>
              <a:t> </a:t>
            </a:r>
            <a:r>
              <a:rPr lang="en-US" sz="1800" dirty="0" err="1">
                <a:solidFill>
                  <a:schemeClr val="tx1"/>
                </a:solidFill>
                <a:latin typeface="Host Grotesk" panose="020B0504030402000203" pitchFamily="34" charset="0"/>
                <a:ea typeface="Rubik"/>
                <a:cs typeface="Rubik"/>
                <a:sym typeface="Rubik"/>
              </a:rPr>
              <a:t>kerak</a:t>
            </a:r>
            <a:r>
              <a:rPr lang="en-US" sz="1800" dirty="0">
                <a:solidFill>
                  <a:schemeClr val="tx1"/>
                </a:solidFill>
                <a:latin typeface="Host Grotesk" panose="020B0504030402000203" pitchFamily="34" charset="0"/>
                <a:ea typeface="Rubik"/>
                <a:cs typeface="Rubik"/>
                <a:sym typeface="Rubik"/>
              </a:rPr>
              <a:t>.</a:t>
            </a:r>
            <a:endParaRPr sz="1800" dirty="0">
              <a:solidFill>
                <a:schemeClr val="tx1"/>
              </a:solidFill>
              <a:latin typeface="Host Grotesk" panose="020B0504030402000203" pitchFamily="34" charset="0"/>
              <a:ea typeface="Rubik"/>
              <a:cs typeface="Rubik"/>
              <a:sym typeface="Rubik"/>
            </a:endParaRPr>
          </a:p>
        </p:txBody>
      </p:sp>
      <p:pic>
        <p:nvPicPr>
          <p:cNvPr id="2" name="Picture 1" descr="A logo on a black background&#10;&#10;Description automatically generated">
            <a:extLst>
              <a:ext uri="{FF2B5EF4-FFF2-40B4-BE49-F238E27FC236}">
                <a16:creationId xmlns:a16="http://schemas.microsoft.com/office/drawing/2014/main" id="{8FE683B5-1E70-123E-3A0A-8A4DA7B3A53B}"/>
              </a:ext>
            </a:extLst>
          </p:cNvPr>
          <p:cNvPicPr>
            <a:picLocks noChangeAspect="1"/>
          </p:cNvPicPr>
          <p:nvPr/>
        </p:nvPicPr>
        <p:blipFill>
          <a:blip r:embed="rId3" cstate="print">
            <a:extLst>
              <a:ext uri="{28A0092B-C50C-407E-A947-70E740481C1C}">
                <a14:useLocalDpi xmlns:a14="http://schemas.microsoft.com/office/drawing/2010/main" val="0"/>
              </a:ext>
            </a:extLst>
          </a:blip>
          <a:srcRect l="17966" t="41761" r="13807" b="41509"/>
          <a:stretch/>
        </p:blipFill>
        <p:spPr>
          <a:xfrm>
            <a:off x="485775" y="434278"/>
            <a:ext cx="1441011" cy="353337"/>
          </a:xfrm>
          <a:prstGeom prst="rect">
            <a:avLst/>
          </a:prstGeom>
        </p:spPr>
      </p:pic>
      <p:sp>
        <p:nvSpPr>
          <p:cNvPr id="3" name="Прямоугольник 7">
            <a:extLst>
              <a:ext uri="{FF2B5EF4-FFF2-40B4-BE49-F238E27FC236}">
                <a16:creationId xmlns:a16="http://schemas.microsoft.com/office/drawing/2014/main" id="{32992B5E-445E-89C2-54B4-A92826C9890F}"/>
              </a:ext>
            </a:extLst>
          </p:cNvPr>
          <p:cNvSpPr/>
          <p:nvPr/>
        </p:nvSpPr>
        <p:spPr>
          <a:xfrm>
            <a:off x="0" y="4972238"/>
            <a:ext cx="9144000" cy="171262"/>
          </a:xfrm>
          <a:prstGeom prst="rect">
            <a:avLst/>
          </a:prstGeom>
          <a:solidFill>
            <a:srgbClr val="4AC0F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ru-RU" altLang="en-US" sz="1800" b="1" dirty="0">
              <a:solidFill>
                <a:schemeClr val="bg1"/>
              </a:solidFill>
              <a:latin typeface="Century Gothic" panose="020B0502020202020204" pitchFamily="34" charset="0"/>
            </a:endParaRPr>
          </a:p>
        </p:txBody>
      </p:sp>
      <p:pic>
        <p:nvPicPr>
          <p:cNvPr id="4" name="Picture 3" descr="A yellow star on a black background&#10;&#10;Description automatically generated">
            <a:extLst>
              <a:ext uri="{FF2B5EF4-FFF2-40B4-BE49-F238E27FC236}">
                <a16:creationId xmlns:a16="http://schemas.microsoft.com/office/drawing/2014/main" id="{C7281607-390D-FAB4-96D6-D11477A3DADA}"/>
              </a:ext>
            </a:extLst>
          </p:cNvPr>
          <p:cNvPicPr>
            <a:picLocks noChangeAspect="1"/>
          </p:cNvPicPr>
          <p:nvPr/>
        </p:nvPicPr>
        <p:blipFill>
          <a:blip r:embed="rId4"/>
          <a:stretch>
            <a:fillRect/>
          </a:stretch>
        </p:blipFill>
        <p:spPr>
          <a:xfrm>
            <a:off x="7222868" y="434278"/>
            <a:ext cx="628654" cy="628654"/>
          </a:xfrm>
          <a:prstGeom prst="rect">
            <a:avLst/>
          </a:prstGeom>
        </p:spPr>
      </p:pic>
      <p:graphicFrame>
        <p:nvGraphicFramePr>
          <p:cNvPr id="5" name="Объект 7">
            <a:extLst>
              <a:ext uri="{FF2B5EF4-FFF2-40B4-BE49-F238E27FC236}">
                <a16:creationId xmlns:a16="http://schemas.microsoft.com/office/drawing/2014/main" id="{8A575392-65A9-989E-5100-52A62788717F}"/>
              </a:ext>
            </a:extLst>
          </p:cNvPr>
          <p:cNvGraphicFramePr/>
          <p:nvPr>
            <p:extLst>
              <p:ext uri="{D42A27DB-BD31-4B8C-83A1-F6EECF244321}">
                <p14:modId xmlns:p14="http://schemas.microsoft.com/office/powerpoint/2010/main" val="3412860529"/>
              </p:ext>
            </p:extLst>
          </p:nvPr>
        </p:nvGraphicFramePr>
        <p:xfrm>
          <a:off x="197363" y="4435569"/>
          <a:ext cx="436245" cy="590550"/>
        </p:xfrm>
        <a:graphic>
          <a:graphicData uri="http://schemas.openxmlformats.org/presentationml/2006/ole">
            <mc:AlternateContent xmlns:mc="http://schemas.openxmlformats.org/markup-compatibility/2006">
              <mc:Choice xmlns:v="urn:schemas-microsoft-com:vml" Requires="v">
                <p:oleObj r:id="rId5" imgW="469900" imgH="624840" progId="CorelDraw.Graphic.25">
                  <p:embed/>
                </p:oleObj>
              </mc:Choice>
              <mc:Fallback>
                <p:oleObj r:id="rId5" imgW="469900" imgH="624840" progId="CorelDraw.Graphic.25">
                  <p:embed/>
                  <p:pic>
                    <p:nvPicPr>
                      <p:cNvPr id="14" name="Объект 7">
                        <a:extLst>
                          <a:ext uri="{FF2B5EF4-FFF2-40B4-BE49-F238E27FC236}">
                            <a16:creationId xmlns:a16="http://schemas.microsoft.com/office/drawing/2014/main" id="{EA71442E-7379-D102-D9A2-4C5A459AB2B9}"/>
                          </a:ext>
                        </a:extLst>
                      </p:cNvPr>
                      <p:cNvPicPr/>
                      <p:nvPr/>
                    </p:nvPicPr>
                    <p:blipFill>
                      <a:blip r:embed="rId6"/>
                      <a:stretch>
                        <a:fillRect/>
                      </a:stretch>
                    </p:blipFill>
                    <p:spPr>
                      <a:xfrm>
                        <a:off x="197363" y="4435569"/>
                        <a:ext cx="436245" cy="590550"/>
                      </a:xfrm>
                      <a:prstGeom prst="rect">
                        <a:avLst/>
                      </a:prstGeom>
                    </p:spPr>
                  </p:pic>
                </p:oleObj>
              </mc:Fallback>
            </mc:AlternateContent>
          </a:graphicData>
        </a:graphic>
      </p:graphicFrame>
      <p:graphicFrame>
        <p:nvGraphicFramePr>
          <p:cNvPr id="6" name="Объект 13">
            <a:extLst>
              <a:ext uri="{FF2B5EF4-FFF2-40B4-BE49-F238E27FC236}">
                <a16:creationId xmlns:a16="http://schemas.microsoft.com/office/drawing/2014/main" id="{CB22B09D-914B-F036-D0B8-ED7BD15D76C6}"/>
              </a:ext>
            </a:extLst>
          </p:cNvPr>
          <p:cNvGraphicFramePr/>
          <p:nvPr>
            <p:extLst>
              <p:ext uri="{D42A27DB-BD31-4B8C-83A1-F6EECF244321}">
                <p14:modId xmlns:p14="http://schemas.microsoft.com/office/powerpoint/2010/main" val="482086398"/>
              </p:ext>
            </p:extLst>
          </p:nvPr>
        </p:nvGraphicFramePr>
        <p:xfrm>
          <a:off x="5018481" y="2306956"/>
          <a:ext cx="366319" cy="332513"/>
        </p:xfrm>
        <a:graphic>
          <a:graphicData uri="http://schemas.openxmlformats.org/presentationml/2006/ole">
            <mc:AlternateContent xmlns:mc="http://schemas.openxmlformats.org/markup-compatibility/2006">
              <mc:Choice xmlns:v="urn:schemas-microsoft-com:vml" Requires="v">
                <p:oleObj r:id="rId7" imgW="663575" imgH="618490" progId="CorelDraw.Graphic.25">
                  <p:embed/>
                </p:oleObj>
              </mc:Choice>
              <mc:Fallback>
                <p:oleObj r:id="rId7" imgW="663575" imgH="618490" progId="CorelDraw.Graphic.25">
                  <p:embed/>
                  <p:pic>
                    <p:nvPicPr>
                      <p:cNvPr id="15" name="Объект 13">
                        <a:extLst>
                          <a:ext uri="{FF2B5EF4-FFF2-40B4-BE49-F238E27FC236}">
                            <a16:creationId xmlns:a16="http://schemas.microsoft.com/office/drawing/2014/main" id="{1D41705B-2A2E-C5A1-3E8C-F70818E209C1}"/>
                          </a:ext>
                        </a:extLst>
                      </p:cNvPr>
                      <p:cNvPicPr/>
                      <p:nvPr/>
                    </p:nvPicPr>
                    <p:blipFill>
                      <a:blip r:embed="rId8"/>
                      <a:stretch>
                        <a:fillRect/>
                      </a:stretch>
                    </p:blipFill>
                    <p:spPr>
                      <a:xfrm>
                        <a:off x="5018481" y="2306956"/>
                        <a:ext cx="366319" cy="332513"/>
                      </a:xfrm>
                      <a:prstGeom prst="rect">
                        <a:avLst/>
                      </a:prstGeom>
                    </p:spPr>
                  </p:pic>
                </p:oleObj>
              </mc:Fallback>
            </mc:AlternateContent>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8"/>
          <p:cNvSpPr txBox="1">
            <a:spLocks noGrp="1"/>
          </p:cNvSpPr>
          <p:nvPr>
            <p:ph type="title"/>
          </p:nvPr>
        </p:nvSpPr>
        <p:spPr>
          <a:xfrm>
            <a:off x="3206749" y="143300"/>
            <a:ext cx="5461475" cy="572700"/>
          </a:xfrm>
          <a:prstGeom prst="rect">
            <a:avLst/>
          </a:prstGeom>
        </p:spPr>
        <p:txBody>
          <a:bodyPr spcFirstLastPara="1" wrap="square" lIns="91425" tIns="91425" rIns="91425" bIns="91425" anchor="ctr" anchorCtr="0">
            <a:noAutofit/>
          </a:bodyPr>
          <a:lstStyle/>
          <a:p>
            <a:pPr algn="l">
              <a:buSzPts val="1100"/>
            </a:pPr>
            <a:r>
              <a:rPr lang="en-US" sz="3200" b="1" dirty="0">
                <a:solidFill>
                  <a:srgbClr val="00B0F0"/>
                </a:solidFill>
                <a:latin typeface="Host Grotesk" panose="020B0504030402000203" pitchFamily="34" charset="0"/>
              </a:rPr>
              <a:t>Aks </a:t>
            </a:r>
            <a:r>
              <a:rPr lang="en-US" sz="3200" b="1" dirty="0" err="1">
                <a:solidFill>
                  <a:srgbClr val="00B0F0"/>
                </a:solidFill>
                <a:latin typeface="Host Grotesk" panose="020B0504030402000203" pitchFamily="34" charset="0"/>
              </a:rPr>
              <a:t>ettirish</a:t>
            </a:r>
            <a:r>
              <a:rPr lang="en" sz="4800" b="1" dirty="0">
                <a:solidFill>
                  <a:srgbClr val="00B0F0"/>
                </a:solidFill>
                <a:latin typeface="Host Grotesk" panose="020B0504030402000203" pitchFamily="34" charset="0"/>
                <a:ea typeface="Bitter"/>
                <a:cs typeface="Bitter"/>
                <a:sym typeface="Bitter"/>
              </a:rPr>
              <a:t> </a:t>
            </a:r>
            <a:endParaRPr sz="4800" b="1" dirty="0">
              <a:solidFill>
                <a:srgbClr val="00B0F0"/>
              </a:solidFill>
              <a:latin typeface="Host Grotesk" panose="020B0504030402000203" pitchFamily="34" charset="0"/>
              <a:ea typeface="Bitter"/>
              <a:cs typeface="Bitter"/>
              <a:sym typeface="Bitter"/>
            </a:endParaRPr>
          </a:p>
        </p:txBody>
      </p:sp>
      <p:sp>
        <p:nvSpPr>
          <p:cNvPr id="217" name="Google Shape;217;p28"/>
          <p:cNvSpPr txBox="1">
            <a:spLocks noGrp="1"/>
          </p:cNvSpPr>
          <p:nvPr>
            <p:ph type="sldNum" idx="12"/>
          </p:nvPr>
        </p:nvSpPr>
        <p:spPr>
          <a:xfrm>
            <a:off x="6672372" y="4578638"/>
            <a:ext cx="23583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18</a:t>
            </a:fld>
            <a:endParaRPr/>
          </a:p>
        </p:txBody>
      </p:sp>
      <p:sp>
        <p:nvSpPr>
          <p:cNvPr id="219" name="Google Shape;219;p28"/>
          <p:cNvSpPr txBox="1"/>
          <p:nvPr/>
        </p:nvSpPr>
        <p:spPr>
          <a:xfrm>
            <a:off x="322850" y="1115275"/>
            <a:ext cx="2186400" cy="297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
        <p:nvSpPr>
          <p:cNvPr id="220" name="Google Shape;220;p28"/>
          <p:cNvSpPr txBox="1"/>
          <p:nvPr/>
        </p:nvSpPr>
        <p:spPr>
          <a:xfrm>
            <a:off x="432900" y="716000"/>
            <a:ext cx="8276700" cy="2827300"/>
          </a:xfrm>
          <a:prstGeom prst="rect">
            <a:avLst/>
          </a:prstGeom>
          <a:noFill/>
          <a:ln>
            <a:noFill/>
          </a:ln>
        </p:spPr>
        <p:txBody>
          <a:bodyPr spcFirstLastPara="1" wrap="square" lIns="91425" tIns="91425" rIns="91425" bIns="91425" anchor="t" anchorCtr="0">
            <a:noAutofit/>
          </a:bodyPr>
          <a:lstStyle/>
          <a:p>
            <a:pPr marL="457200" lvl="0" indent="-355600">
              <a:buClr>
                <a:schemeClr val="dk1"/>
              </a:buClr>
              <a:buSzPts val="2000"/>
              <a:buFont typeface="Rubik"/>
              <a:buAutoNum type="arabicPeriod"/>
            </a:pPr>
            <a:r>
              <a:rPr lang="en-US" sz="2000" dirty="0">
                <a:solidFill>
                  <a:schemeClr val="dk1"/>
                </a:solidFill>
                <a:latin typeface="Host Grotesk" panose="020B0504030402000203" pitchFamily="34" charset="0"/>
                <a:ea typeface="Rubik"/>
                <a:cs typeface="Rubik"/>
                <a:sym typeface="Rubik"/>
              </a:rPr>
              <a:t>YUNESKO </a:t>
            </a:r>
            <a:r>
              <a:rPr lang="en-US" sz="2000" dirty="0" err="1">
                <a:solidFill>
                  <a:schemeClr val="dk1"/>
                </a:solidFill>
                <a:latin typeface="Host Grotesk" panose="020B0504030402000203" pitchFamily="34" charset="0"/>
                <a:ea typeface="Rubik"/>
                <a:cs typeface="Rubik"/>
                <a:sym typeface="Rubik"/>
              </a:rPr>
              <a:t>va</a:t>
            </a:r>
            <a:r>
              <a:rPr lang="en-US" sz="2000" dirty="0">
                <a:solidFill>
                  <a:schemeClr val="dk1"/>
                </a:solidFill>
                <a:latin typeface="Host Grotesk" panose="020B0504030402000203" pitchFamily="34" charset="0"/>
                <a:ea typeface="Rubik"/>
                <a:cs typeface="Rubik"/>
                <a:sym typeface="Rubik"/>
              </a:rPr>
              <a:t> </a:t>
            </a:r>
            <a:r>
              <a:rPr lang="en-US" sz="2000" dirty="0" err="1">
                <a:solidFill>
                  <a:schemeClr val="dk1"/>
                </a:solidFill>
                <a:latin typeface="Host Grotesk" panose="020B0504030402000203" pitchFamily="34" charset="0"/>
                <a:ea typeface="Rubik"/>
                <a:cs typeface="Rubik"/>
                <a:sym typeface="Rubik"/>
              </a:rPr>
              <a:t>Yevropa</a:t>
            </a:r>
            <a:r>
              <a:rPr lang="en-US" sz="2000" dirty="0">
                <a:solidFill>
                  <a:schemeClr val="dk1"/>
                </a:solidFill>
                <a:latin typeface="Host Grotesk" panose="020B0504030402000203" pitchFamily="34" charset="0"/>
                <a:ea typeface="Rubik"/>
                <a:cs typeface="Rubik"/>
                <a:sym typeface="Rubik"/>
              </a:rPr>
              <a:t> </a:t>
            </a:r>
            <a:r>
              <a:rPr lang="en-US" sz="2000" dirty="0" err="1">
                <a:solidFill>
                  <a:schemeClr val="dk1"/>
                </a:solidFill>
                <a:latin typeface="Host Grotesk" panose="020B0504030402000203" pitchFamily="34" charset="0"/>
                <a:ea typeface="Rubik"/>
                <a:cs typeface="Rubik"/>
                <a:sym typeface="Rubik"/>
              </a:rPr>
              <a:t>Ittifoqining</a:t>
            </a:r>
            <a:r>
              <a:rPr lang="en-US" sz="2000" dirty="0">
                <a:solidFill>
                  <a:schemeClr val="dk1"/>
                </a:solidFill>
                <a:latin typeface="Host Grotesk" panose="020B0504030402000203" pitchFamily="34" charset="0"/>
                <a:ea typeface="Rubik"/>
                <a:cs typeface="Rubik"/>
                <a:sym typeface="Rubik"/>
              </a:rPr>
              <a:t> </a:t>
            </a:r>
            <a:r>
              <a:rPr lang="en-US" sz="2000" dirty="0" err="1">
                <a:solidFill>
                  <a:schemeClr val="dk1"/>
                </a:solidFill>
                <a:latin typeface="Host Grotesk" panose="020B0504030402000203" pitchFamily="34" charset="0"/>
                <a:ea typeface="Rubik"/>
                <a:cs typeface="Rubik"/>
                <a:sym typeface="Rubik"/>
              </a:rPr>
              <a:t>axloq</a:t>
            </a:r>
            <a:r>
              <a:rPr lang="en-US" sz="2000" dirty="0">
                <a:solidFill>
                  <a:schemeClr val="dk1"/>
                </a:solidFill>
                <a:latin typeface="Host Grotesk" panose="020B0504030402000203" pitchFamily="34" charset="0"/>
                <a:ea typeface="Rubik"/>
                <a:cs typeface="Rubik"/>
                <a:sym typeface="Rubik"/>
              </a:rPr>
              <a:t> </a:t>
            </a:r>
            <a:r>
              <a:rPr lang="en-US" sz="2000" dirty="0" err="1">
                <a:solidFill>
                  <a:schemeClr val="dk1"/>
                </a:solidFill>
                <a:latin typeface="Host Grotesk" panose="020B0504030402000203" pitchFamily="34" charset="0"/>
                <a:ea typeface="Rubik"/>
                <a:cs typeface="Rubik"/>
                <a:sym typeface="Rubik"/>
              </a:rPr>
              <a:t>qoidalariga</a:t>
            </a:r>
            <a:r>
              <a:rPr lang="en-US" sz="2000" dirty="0">
                <a:solidFill>
                  <a:schemeClr val="dk1"/>
                </a:solidFill>
                <a:latin typeface="Host Grotesk" panose="020B0504030402000203" pitchFamily="34" charset="0"/>
                <a:ea typeface="Rubik"/>
                <a:cs typeface="Rubik"/>
                <a:sym typeface="Rubik"/>
              </a:rPr>
              <a:t> </a:t>
            </a:r>
            <a:r>
              <a:rPr lang="en-US" sz="2000" dirty="0" err="1">
                <a:solidFill>
                  <a:schemeClr val="dk1"/>
                </a:solidFill>
                <a:latin typeface="Host Grotesk" panose="020B0504030402000203" pitchFamily="34" charset="0"/>
                <a:ea typeface="Rubik"/>
                <a:cs typeface="Rubik"/>
                <a:sym typeface="Rubik"/>
              </a:rPr>
              <a:t>oid</a:t>
            </a:r>
            <a:r>
              <a:rPr lang="en-US" sz="2000" dirty="0">
                <a:solidFill>
                  <a:schemeClr val="dk1"/>
                </a:solidFill>
                <a:latin typeface="Host Grotesk" panose="020B0504030402000203" pitchFamily="34" charset="0"/>
                <a:ea typeface="Rubik"/>
                <a:cs typeface="Rubik"/>
                <a:sym typeface="Rubik"/>
              </a:rPr>
              <a:t> </a:t>
            </a:r>
            <a:r>
              <a:rPr lang="en-US" sz="2000" dirty="0" err="1">
                <a:solidFill>
                  <a:schemeClr val="dk1"/>
                </a:solidFill>
                <a:latin typeface="Host Grotesk" panose="020B0504030402000203" pitchFamily="34" charset="0"/>
                <a:ea typeface="Rubik"/>
                <a:cs typeface="Rubik"/>
                <a:sym typeface="Rubik"/>
              </a:rPr>
              <a:t>ko‘rsatmalarining</a:t>
            </a:r>
            <a:r>
              <a:rPr lang="en-US" sz="2000" dirty="0">
                <a:solidFill>
                  <a:schemeClr val="dk1"/>
                </a:solidFill>
                <a:latin typeface="Host Grotesk" panose="020B0504030402000203" pitchFamily="34" charset="0"/>
                <a:ea typeface="Rubik"/>
                <a:cs typeface="Rubik"/>
                <a:sym typeface="Rubik"/>
              </a:rPr>
              <a:t> </a:t>
            </a:r>
            <a:r>
              <a:rPr lang="en-US" sz="2000" dirty="0" err="1">
                <a:solidFill>
                  <a:schemeClr val="dk1"/>
                </a:solidFill>
                <a:latin typeface="Host Grotesk" panose="020B0504030402000203" pitchFamily="34" charset="0"/>
                <a:ea typeface="Rubik"/>
                <a:cs typeface="Rubik"/>
                <a:sym typeface="Rubik"/>
              </a:rPr>
              <a:t>asosiy</a:t>
            </a:r>
            <a:r>
              <a:rPr lang="en-US" sz="2000" dirty="0">
                <a:solidFill>
                  <a:schemeClr val="dk1"/>
                </a:solidFill>
                <a:latin typeface="Host Grotesk" panose="020B0504030402000203" pitchFamily="34" charset="0"/>
                <a:ea typeface="Rubik"/>
                <a:cs typeface="Rubik"/>
                <a:sym typeface="Rubik"/>
              </a:rPr>
              <a:t> </a:t>
            </a:r>
            <a:r>
              <a:rPr lang="en-US" sz="2000" dirty="0" err="1">
                <a:solidFill>
                  <a:schemeClr val="dk1"/>
                </a:solidFill>
                <a:latin typeface="Host Grotesk" panose="020B0504030402000203" pitchFamily="34" charset="0"/>
                <a:ea typeface="Rubik"/>
                <a:cs typeface="Rubik"/>
                <a:sym typeface="Rubik"/>
              </a:rPr>
              <a:t>maqsadlari</a:t>
            </a:r>
            <a:r>
              <a:rPr lang="en-US" sz="2000" dirty="0">
                <a:solidFill>
                  <a:schemeClr val="dk1"/>
                </a:solidFill>
                <a:latin typeface="Host Grotesk" panose="020B0504030402000203" pitchFamily="34" charset="0"/>
                <a:ea typeface="Rubik"/>
                <a:cs typeface="Rubik"/>
                <a:sym typeface="Rubik"/>
              </a:rPr>
              <a:t> </a:t>
            </a:r>
            <a:r>
              <a:rPr lang="en-US" sz="2000" dirty="0" err="1">
                <a:solidFill>
                  <a:schemeClr val="dk1"/>
                </a:solidFill>
                <a:latin typeface="Host Grotesk" panose="020B0504030402000203" pitchFamily="34" charset="0"/>
                <a:ea typeface="Rubik"/>
                <a:cs typeface="Rubik"/>
                <a:sym typeface="Rubik"/>
              </a:rPr>
              <a:t>nimalardan</a:t>
            </a:r>
            <a:r>
              <a:rPr lang="en-US" sz="2000" dirty="0">
                <a:solidFill>
                  <a:schemeClr val="dk1"/>
                </a:solidFill>
                <a:latin typeface="Host Grotesk" panose="020B0504030402000203" pitchFamily="34" charset="0"/>
                <a:ea typeface="Rubik"/>
                <a:cs typeface="Rubik"/>
                <a:sym typeface="Rubik"/>
              </a:rPr>
              <a:t> </a:t>
            </a:r>
            <a:r>
              <a:rPr lang="en-US" sz="2000" dirty="0" err="1">
                <a:solidFill>
                  <a:schemeClr val="dk1"/>
                </a:solidFill>
                <a:latin typeface="Host Grotesk" panose="020B0504030402000203" pitchFamily="34" charset="0"/>
                <a:ea typeface="Rubik"/>
                <a:cs typeface="Rubik"/>
                <a:sym typeface="Rubik"/>
              </a:rPr>
              <a:t>iborat</a:t>
            </a:r>
            <a:r>
              <a:rPr lang="en-US" sz="2000" dirty="0">
                <a:solidFill>
                  <a:schemeClr val="dk1"/>
                </a:solidFill>
                <a:latin typeface="Host Grotesk" panose="020B0504030402000203" pitchFamily="34" charset="0"/>
                <a:ea typeface="Rubik"/>
                <a:cs typeface="Rubik"/>
                <a:sym typeface="Rubik"/>
              </a:rPr>
              <a:t>?</a:t>
            </a:r>
            <a:endParaRPr sz="2000" dirty="0">
              <a:solidFill>
                <a:schemeClr val="dk1"/>
              </a:solidFill>
              <a:latin typeface="Host Grotesk" panose="020B0504030402000203" pitchFamily="34" charset="0"/>
              <a:ea typeface="Rubik"/>
              <a:cs typeface="Rubik"/>
              <a:sym typeface="Rubik"/>
            </a:endParaRPr>
          </a:p>
          <a:p>
            <a:pPr marL="457200" lvl="0" indent="-355600">
              <a:spcBef>
                <a:spcPts val="1000"/>
              </a:spcBef>
              <a:buClr>
                <a:schemeClr val="dk1"/>
              </a:buClr>
              <a:buSzPts val="2000"/>
              <a:buFont typeface="Rubik"/>
              <a:buAutoNum type="arabicPeriod"/>
            </a:pPr>
            <a:r>
              <a:rPr lang="en-US" sz="2000" dirty="0" err="1">
                <a:solidFill>
                  <a:schemeClr val="dk1"/>
                </a:solidFill>
                <a:latin typeface="Host Grotesk" panose="020B0504030402000203" pitchFamily="34" charset="0"/>
                <a:ea typeface="Rubik"/>
                <a:cs typeface="Rubik"/>
                <a:sym typeface="Rubik"/>
              </a:rPr>
              <a:t>Ular</a:t>
            </a:r>
            <a:r>
              <a:rPr lang="en-US" sz="2000" dirty="0">
                <a:solidFill>
                  <a:schemeClr val="dk1"/>
                </a:solidFill>
                <a:latin typeface="Host Grotesk" panose="020B0504030402000203" pitchFamily="34" charset="0"/>
                <a:ea typeface="Rubik"/>
                <a:cs typeface="Rubik"/>
                <a:sym typeface="Rubik"/>
              </a:rPr>
              <a:t> </a:t>
            </a:r>
            <a:r>
              <a:rPr lang="en-US" sz="2000" dirty="0" err="1">
                <a:solidFill>
                  <a:schemeClr val="dk1"/>
                </a:solidFill>
                <a:latin typeface="Host Grotesk" panose="020B0504030402000203" pitchFamily="34" charset="0"/>
                <a:ea typeface="Rubik"/>
                <a:cs typeface="Rubik"/>
                <a:sym typeface="Rubik"/>
              </a:rPr>
              <a:t>diqqat</a:t>
            </a:r>
            <a:r>
              <a:rPr lang="en-US" sz="2000" dirty="0">
                <a:solidFill>
                  <a:schemeClr val="dk1"/>
                </a:solidFill>
                <a:latin typeface="Host Grotesk" panose="020B0504030402000203" pitchFamily="34" charset="0"/>
                <a:ea typeface="Rubik"/>
                <a:cs typeface="Rubik"/>
                <a:sym typeface="Rubik"/>
              </a:rPr>
              <a:t> </a:t>
            </a:r>
            <a:r>
              <a:rPr lang="en-US" sz="2000" dirty="0" err="1">
                <a:solidFill>
                  <a:schemeClr val="dk1"/>
                </a:solidFill>
                <a:latin typeface="Host Grotesk" panose="020B0504030402000203" pitchFamily="34" charset="0"/>
                <a:ea typeface="Rubik"/>
                <a:cs typeface="Rubik"/>
                <a:sym typeface="Rubik"/>
              </a:rPr>
              <a:t>markazi</a:t>
            </a:r>
            <a:r>
              <a:rPr lang="en-US" sz="2000" dirty="0">
                <a:solidFill>
                  <a:schemeClr val="dk1"/>
                </a:solidFill>
                <a:latin typeface="Host Grotesk" panose="020B0504030402000203" pitchFamily="34" charset="0"/>
                <a:ea typeface="Rubik"/>
                <a:cs typeface="Rubik"/>
                <a:sym typeface="Rubik"/>
              </a:rPr>
              <a:t> </a:t>
            </a:r>
            <a:r>
              <a:rPr lang="en-US" sz="2000" dirty="0" err="1">
                <a:solidFill>
                  <a:schemeClr val="dk1"/>
                </a:solidFill>
                <a:latin typeface="Host Grotesk" panose="020B0504030402000203" pitchFamily="34" charset="0"/>
                <a:ea typeface="Rubik"/>
                <a:cs typeface="Rubik"/>
                <a:sym typeface="Rubik"/>
              </a:rPr>
              <a:t>qanchalik</a:t>
            </a:r>
            <a:r>
              <a:rPr lang="en-US" sz="2000" dirty="0">
                <a:solidFill>
                  <a:schemeClr val="dk1"/>
                </a:solidFill>
                <a:latin typeface="Host Grotesk" panose="020B0504030402000203" pitchFamily="34" charset="0"/>
                <a:ea typeface="Rubik"/>
                <a:cs typeface="Rubik"/>
                <a:sym typeface="Rubik"/>
              </a:rPr>
              <a:t> </a:t>
            </a:r>
            <a:r>
              <a:rPr lang="en-US" sz="2000" dirty="0" err="1">
                <a:solidFill>
                  <a:schemeClr val="dk1"/>
                </a:solidFill>
                <a:latin typeface="Host Grotesk" panose="020B0504030402000203" pitchFamily="34" charset="0"/>
                <a:ea typeface="Rubik"/>
                <a:cs typeface="Rubik"/>
                <a:sym typeface="Rubik"/>
              </a:rPr>
              <a:t>o'xshash</a:t>
            </a:r>
            <a:r>
              <a:rPr lang="en-US" sz="2000" dirty="0">
                <a:solidFill>
                  <a:schemeClr val="dk1"/>
                </a:solidFill>
                <a:latin typeface="Host Grotesk" panose="020B0504030402000203" pitchFamily="34" charset="0"/>
                <a:ea typeface="Rubik"/>
                <a:cs typeface="Rubik"/>
                <a:sym typeface="Rubik"/>
              </a:rPr>
              <a:t>? </a:t>
            </a:r>
            <a:r>
              <a:rPr lang="en-US" sz="2000" dirty="0" err="1">
                <a:solidFill>
                  <a:schemeClr val="dk1"/>
                </a:solidFill>
                <a:latin typeface="Host Grotesk" panose="020B0504030402000203" pitchFamily="34" charset="0"/>
                <a:ea typeface="Rubik"/>
                <a:cs typeface="Rubik"/>
                <a:sym typeface="Rubik"/>
              </a:rPr>
              <a:t>Qanchalik</a:t>
            </a:r>
            <a:r>
              <a:rPr lang="en-US" sz="2000" dirty="0">
                <a:solidFill>
                  <a:schemeClr val="dk1"/>
                </a:solidFill>
                <a:latin typeface="Host Grotesk" panose="020B0504030402000203" pitchFamily="34" charset="0"/>
                <a:ea typeface="Rubik"/>
                <a:cs typeface="Rubik"/>
                <a:sym typeface="Rubik"/>
              </a:rPr>
              <a:t> </a:t>
            </a:r>
            <a:r>
              <a:rPr lang="en-US" sz="2000" dirty="0" err="1">
                <a:solidFill>
                  <a:schemeClr val="dk1"/>
                </a:solidFill>
                <a:latin typeface="Host Grotesk" panose="020B0504030402000203" pitchFamily="34" charset="0"/>
                <a:ea typeface="Rubik"/>
                <a:cs typeface="Rubik"/>
                <a:sym typeface="Rubik"/>
              </a:rPr>
              <a:t>farqli</a:t>
            </a:r>
            <a:r>
              <a:rPr lang="en-US" sz="2000" dirty="0">
                <a:solidFill>
                  <a:schemeClr val="dk1"/>
                </a:solidFill>
                <a:latin typeface="Host Grotesk" panose="020B0504030402000203" pitchFamily="34" charset="0"/>
                <a:ea typeface="Rubik"/>
                <a:cs typeface="Rubik"/>
                <a:sym typeface="Rubik"/>
              </a:rPr>
              <a:t>?</a:t>
            </a:r>
            <a:endParaRPr lang="en" sz="2000" dirty="0">
              <a:solidFill>
                <a:schemeClr val="dk1"/>
              </a:solidFill>
              <a:latin typeface="Host Grotesk" panose="020B0504030402000203" pitchFamily="34" charset="0"/>
              <a:ea typeface="Rubik"/>
              <a:cs typeface="Rubik"/>
              <a:sym typeface="Rubik"/>
            </a:endParaRPr>
          </a:p>
          <a:p>
            <a:pPr marL="457200" lvl="0" indent="-355600">
              <a:spcBef>
                <a:spcPts val="1000"/>
              </a:spcBef>
              <a:buClr>
                <a:schemeClr val="dk1"/>
              </a:buClr>
              <a:buSzPts val="2000"/>
              <a:buFont typeface="Rubik"/>
              <a:buAutoNum type="arabicPeriod"/>
            </a:pPr>
            <a:r>
              <a:rPr lang="en-US" sz="2000" dirty="0" err="1">
                <a:solidFill>
                  <a:schemeClr val="dk1"/>
                </a:solidFill>
                <a:latin typeface="Host Grotesk" panose="020B0504030402000203" pitchFamily="34" charset="0"/>
                <a:ea typeface="Rubik"/>
                <a:cs typeface="Rubik"/>
                <a:sym typeface="Rubik"/>
              </a:rPr>
              <a:t>Sizningcha</a:t>
            </a:r>
            <a:r>
              <a:rPr lang="en-US" sz="2000" dirty="0">
                <a:solidFill>
                  <a:schemeClr val="dk1"/>
                </a:solidFill>
                <a:latin typeface="Host Grotesk" panose="020B0504030402000203" pitchFamily="34" charset="0"/>
                <a:ea typeface="Rubik"/>
                <a:cs typeface="Rubik"/>
                <a:sym typeface="Rubik"/>
              </a:rPr>
              <a:t>, </a:t>
            </a:r>
            <a:r>
              <a:rPr lang="en-US" sz="2000" dirty="0" err="1">
                <a:solidFill>
                  <a:schemeClr val="dk1"/>
                </a:solidFill>
                <a:latin typeface="Host Grotesk" panose="020B0504030402000203" pitchFamily="34" charset="0"/>
                <a:ea typeface="Rubik"/>
                <a:cs typeface="Rubik"/>
                <a:sym typeface="Rubik"/>
              </a:rPr>
              <a:t>qaysi</a:t>
            </a:r>
            <a:r>
              <a:rPr lang="en-US" sz="2000" dirty="0">
                <a:solidFill>
                  <a:schemeClr val="dk1"/>
                </a:solidFill>
                <a:latin typeface="Host Grotesk" panose="020B0504030402000203" pitchFamily="34" charset="0"/>
                <a:ea typeface="Rubik"/>
                <a:cs typeface="Rubik"/>
                <a:sym typeface="Rubik"/>
              </a:rPr>
              <a:t> </a:t>
            </a:r>
            <a:r>
              <a:rPr lang="en-US" sz="2000" dirty="0" err="1">
                <a:solidFill>
                  <a:schemeClr val="dk1"/>
                </a:solidFill>
                <a:latin typeface="Host Grotesk" panose="020B0504030402000203" pitchFamily="34" charset="0"/>
                <a:ea typeface="Rubik"/>
                <a:cs typeface="Rubik"/>
                <a:sym typeface="Rubik"/>
              </a:rPr>
              <a:t>ko'rsatmalar</a:t>
            </a:r>
            <a:r>
              <a:rPr lang="en-US" sz="2000" dirty="0">
                <a:solidFill>
                  <a:schemeClr val="dk1"/>
                </a:solidFill>
                <a:latin typeface="Host Grotesk" panose="020B0504030402000203" pitchFamily="34" charset="0"/>
                <a:ea typeface="Rubik"/>
                <a:cs typeface="Rubik"/>
                <a:sym typeface="Rubik"/>
              </a:rPr>
              <a:t> </a:t>
            </a:r>
            <a:r>
              <a:rPr lang="en-US" sz="2000" dirty="0" err="1">
                <a:solidFill>
                  <a:schemeClr val="dk1"/>
                </a:solidFill>
                <a:latin typeface="Host Grotesk" panose="020B0504030402000203" pitchFamily="34" charset="0"/>
                <a:ea typeface="Rubik"/>
                <a:cs typeface="Rubik"/>
                <a:sym typeface="Rubik"/>
              </a:rPr>
              <a:t>to'plami</a:t>
            </a:r>
            <a:r>
              <a:rPr lang="en-US" sz="2000" dirty="0">
                <a:solidFill>
                  <a:schemeClr val="dk1"/>
                </a:solidFill>
                <a:latin typeface="Host Grotesk" panose="020B0504030402000203" pitchFamily="34" charset="0"/>
                <a:ea typeface="Rubik"/>
                <a:cs typeface="Rubik"/>
                <a:sym typeface="Rubik"/>
              </a:rPr>
              <a:t> </a:t>
            </a:r>
            <a:r>
              <a:rPr lang="en-US" sz="2000" dirty="0" err="1">
                <a:solidFill>
                  <a:schemeClr val="dk1"/>
                </a:solidFill>
                <a:latin typeface="Host Grotesk" panose="020B0504030402000203" pitchFamily="34" charset="0"/>
                <a:ea typeface="Rubik"/>
                <a:cs typeface="Rubik"/>
                <a:sym typeface="Rubik"/>
              </a:rPr>
              <a:t>Sl</a:t>
            </a:r>
            <a:r>
              <a:rPr lang="en-US" sz="2000" dirty="0">
                <a:solidFill>
                  <a:schemeClr val="dk1"/>
                </a:solidFill>
                <a:latin typeface="Host Grotesk" panose="020B0504030402000203" pitchFamily="34" charset="0"/>
                <a:ea typeface="Rubik"/>
                <a:cs typeface="Rubik"/>
                <a:sym typeface="Rubik"/>
              </a:rPr>
              <a:t> </a:t>
            </a:r>
            <a:r>
              <a:rPr lang="en-US" sz="2000" dirty="0" err="1">
                <a:solidFill>
                  <a:schemeClr val="dk1"/>
                </a:solidFill>
                <a:latin typeface="Host Grotesk" panose="020B0504030402000203" pitchFamily="34" charset="0"/>
                <a:ea typeface="Rubik"/>
                <a:cs typeface="Rubik"/>
                <a:sym typeface="Rubik"/>
              </a:rPr>
              <a:t>faqat</a:t>
            </a:r>
            <a:r>
              <a:rPr lang="en-US" sz="2000" dirty="0">
                <a:solidFill>
                  <a:schemeClr val="dk1"/>
                </a:solidFill>
                <a:latin typeface="Host Grotesk" panose="020B0504030402000203" pitchFamily="34" charset="0"/>
                <a:ea typeface="Rubik"/>
                <a:cs typeface="Rubik"/>
                <a:sym typeface="Rubik"/>
              </a:rPr>
              <a:t> </a:t>
            </a:r>
            <a:r>
              <a:rPr lang="en-US" sz="2000" dirty="0" err="1">
                <a:solidFill>
                  <a:schemeClr val="dk1"/>
                </a:solidFill>
                <a:latin typeface="Host Grotesk" panose="020B0504030402000203" pitchFamily="34" charset="0"/>
                <a:ea typeface="Rubik"/>
                <a:cs typeface="Rubik"/>
                <a:sym typeface="Rubik"/>
              </a:rPr>
              <a:t>bir</a:t>
            </a:r>
            <a:r>
              <a:rPr lang="en-US" sz="2000" dirty="0">
                <a:solidFill>
                  <a:schemeClr val="dk1"/>
                </a:solidFill>
                <a:latin typeface="Host Grotesk" panose="020B0504030402000203" pitchFamily="34" charset="0"/>
                <a:ea typeface="Rubik"/>
                <a:cs typeface="Rubik"/>
                <a:sym typeface="Rubik"/>
              </a:rPr>
              <a:t> </a:t>
            </a:r>
            <a:r>
              <a:rPr lang="en-US" sz="2000" dirty="0" err="1">
                <a:solidFill>
                  <a:schemeClr val="dk1"/>
                </a:solidFill>
                <a:latin typeface="Host Grotesk" panose="020B0504030402000203" pitchFamily="34" charset="0"/>
                <a:ea typeface="Rubik"/>
                <a:cs typeface="Rubik"/>
                <a:sym typeface="Rubik"/>
              </a:rPr>
              <a:t>nechta</a:t>
            </a:r>
            <a:r>
              <a:rPr lang="en-US" sz="2000" dirty="0">
                <a:solidFill>
                  <a:schemeClr val="dk1"/>
                </a:solidFill>
                <a:latin typeface="Host Grotesk" panose="020B0504030402000203" pitchFamily="34" charset="0"/>
                <a:ea typeface="Rubik"/>
                <a:cs typeface="Rubik"/>
                <a:sym typeface="Rubik"/>
              </a:rPr>
              <a:t> </a:t>
            </a:r>
            <a:r>
              <a:rPr lang="en-US" sz="2000" dirty="0" err="1">
                <a:solidFill>
                  <a:schemeClr val="dk1"/>
                </a:solidFill>
                <a:latin typeface="Host Grotesk" panose="020B0504030402000203" pitchFamily="34" charset="0"/>
                <a:ea typeface="Rubik"/>
                <a:cs typeface="Rubik"/>
                <a:sym typeface="Rubik"/>
              </a:rPr>
              <a:t>odamlarga</a:t>
            </a:r>
            <a:r>
              <a:rPr lang="en-US" sz="2000" dirty="0">
                <a:solidFill>
                  <a:schemeClr val="dk1"/>
                </a:solidFill>
                <a:latin typeface="Host Grotesk" panose="020B0504030402000203" pitchFamily="34" charset="0"/>
                <a:ea typeface="Rubik"/>
                <a:cs typeface="Rubik"/>
                <a:sym typeface="Rubik"/>
              </a:rPr>
              <a:t> </a:t>
            </a:r>
            <a:r>
              <a:rPr lang="en-US" sz="2000" dirty="0" err="1">
                <a:solidFill>
                  <a:schemeClr val="dk1"/>
                </a:solidFill>
                <a:latin typeface="Host Grotesk" panose="020B0504030402000203" pitchFamily="34" charset="0"/>
                <a:ea typeface="Rubik"/>
                <a:cs typeface="Rubik"/>
                <a:sym typeface="Rubik"/>
              </a:rPr>
              <a:t>emas</a:t>
            </a:r>
            <a:r>
              <a:rPr lang="en-US" sz="2000" dirty="0">
                <a:solidFill>
                  <a:schemeClr val="dk1"/>
                </a:solidFill>
                <a:latin typeface="Host Grotesk" panose="020B0504030402000203" pitchFamily="34" charset="0"/>
                <a:ea typeface="Rubik"/>
                <a:cs typeface="Rubik"/>
                <a:sym typeface="Rubik"/>
              </a:rPr>
              <a:t>, </a:t>
            </a:r>
            <a:r>
              <a:rPr lang="en-US" sz="2000" dirty="0" err="1">
                <a:solidFill>
                  <a:schemeClr val="dk1"/>
                </a:solidFill>
                <a:latin typeface="Host Grotesk" panose="020B0504030402000203" pitchFamily="34" charset="0"/>
                <a:ea typeface="Rubik"/>
                <a:cs typeface="Rubik"/>
                <a:sym typeface="Rubik"/>
              </a:rPr>
              <a:t>balki</a:t>
            </a:r>
            <a:r>
              <a:rPr lang="en-US" sz="2000" dirty="0">
                <a:solidFill>
                  <a:schemeClr val="dk1"/>
                </a:solidFill>
                <a:latin typeface="Host Grotesk" panose="020B0504030402000203" pitchFamily="34" charset="0"/>
                <a:ea typeface="Rubik"/>
                <a:cs typeface="Rubik"/>
                <a:sym typeface="Rubik"/>
              </a:rPr>
              <a:t> </a:t>
            </a:r>
            <a:r>
              <a:rPr lang="en-US" sz="2000" dirty="0" err="1">
                <a:solidFill>
                  <a:schemeClr val="dk1"/>
                </a:solidFill>
                <a:latin typeface="Host Grotesk" panose="020B0504030402000203" pitchFamily="34" charset="0"/>
                <a:ea typeface="Rubik"/>
                <a:cs typeface="Rubik"/>
                <a:sym typeface="Rubik"/>
              </a:rPr>
              <a:t>barcha</a:t>
            </a:r>
            <a:r>
              <a:rPr lang="en-US" sz="2000" dirty="0">
                <a:solidFill>
                  <a:schemeClr val="dk1"/>
                </a:solidFill>
                <a:latin typeface="Host Grotesk" panose="020B0504030402000203" pitchFamily="34" charset="0"/>
                <a:ea typeface="Rubik"/>
                <a:cs typeface="Rubik"/>
                <a:sym typeface="Rubik"/>
              </a:rPr>
              <a:t> </a:t>
            </a:r>
            <a:r>
              <a:rPr lang="en-US" sz="2000" dirty="0" err="1">
                <a:solidFill>
                  <a:schemeClr val="dk1"/>
                </a:solidFill>
                <a:latin typeface="Host Grotesk" panose="020B0504030402000203" pitchFamily="34" charset="0"/>
                <a:ea typeface="Rubik"/>
                <a:cs typeface="Rubik"/>
                <a:sym typeface="Rubik"/>
              </a:rPr>
              <a:t>odamlarga</a:t>
            </a:r>
            <a:r>
              <a:rPr lang="en-US" sz="2000" dirty="0">
                <a:solidFill>
                  <a:schemeClr val="dk1"/>
                </a:solidFill>
                <a:latin typeface="Host Grotesk" panose="020B0504030402000203" pitchFamily="34" charset="0"/>
                <a:ea typeface="Rubik"/>
                <a:cs typeface="Rubik"/>
                <a:sym typeface="Rubik"/>
              </a:rPr>
              <a:t> </a:t>
            </a:r>
            <a:r>
              <a:rPr lang="en-US" sz="2000" dirty="0" err="1">
                <a:solidFill>
                  <a:schemeClr val="dk1"/>
                </a:solidFill>
                <a:latin typeface="Host Grotesk" panose="020B0504030402000203" pitchFamily="34" charset="0"/>
                <a:ea typeface="Rubik"/>
                <a:cs typeface="Rubik"/>
                <a:sym typeface="Rubik"/>
              </a:rPr>
              <a:t>foyda</a:t>
            </a:r>
            <a:r>
              <a:rPr lang="en-US" sz="2000" dirty="0">
                <a:solidFill>
                  <a:schemeClr val="dk1"/>
                </a:solidFill>
                <a:latin typeface="Host Grotesk" panose="020B0504030402000203" pitchFamily="34" charset="0"/>
                <a:ea typeface="Rubik"/>
                <a:cs typeface="Rubik"/>
                <a:sym typeface="Rubik"/>
              </a:rPr>
              <a:t> </a:t>
            </a:r>
            <a:r>
              <a:rPr lang="en-US" sz="2000" dirty="0" err="1">
                <a:solidFill>
                  <a:schemeClr val="dk1"/>
                </a:solidFill>
                <a:latin typeface="Host Grotesk" panose="020B0504030402000203" pitchFamily="34" charset="0"/>
                <a:ea typeface="Rubik"/>
                <a:cs typeface="Rubik"/>
                <a:sym typeface="Rubik"/>
              </a:rPr>
              <a:t>keltirishini</a:t>
            </a:r>
            <a:r>
              <a:rPr lang="en-US" sz="2000" dirty="0">
                <a:solidFill>
                  <a:schemeClr val="dk1"/>
                </a:solidFill>
                <a:latin typeface="Host Grotesk" panose="020B0504030402000203" pitchFamily="34" charset="0"/>
                <a:ea typeface="Rubik"/>
                <a:cs typeface="Rubik"/>
                <a:sym typeface="Rubik"/>
              </a:rPr>
              <a:t> </a:t>
            </a:r>
            <a:r>
              <a:rPr lang="en-US" sz="2000" dirty="0" err="1">
                <a:solidFill>
                  <a:schemeClr val="dk1"/>
                </a:solidFill>
                <a:latin typeface="Host Grotesk" panose="020B0504030402000203" pitchFamily="34" charset="0"/>
                <a:ea typeface="Rubik"/>
                <a:cs typeface="Rubik"/>
                <a:sym typeface="Rubik"/>
              </a:rPr>
              <a:t>ta'minlash</a:t>
            </a:r>
            <a:r>
              <a:rPr lang="en-US" sz="2000" dirty="0">
                <a:solidFill>
                  <a:schemeClr val="dk1"/>
                </a:solidFill>
                <a:latin typeface="Host Grotesk" panose="020B0504030402000203" pitchFamily="34" charset="0"/>
                <a:ea typeface="Rubik"/>
                <a:cs typeface="Rubik"/>
                <a:sym typeface="Rubik"/>
              </a:rPr>
              <a:t> </a:t>
            </a:r>
            <a:r>
              <a:rPr lang="en-US" sz="2000" dirty="0" err="1">
                <a:solidFill>
                  <a:schemeClr val="dk1"/>
                </a:solidFill>
                <a:latin typeface="Host Grotesk" panose="020B0504030402000203" pitchFamily="34" charset="0"/>
                <a:ea typeface="Rubik"/>
                <a:cs typeface="Rubik"/>
                <a:sym typeface="Rubik"/>
              </a:rPr>
              <a:t>uchun</a:t>
            </a:r>
            <a:r>
              <a:rPr lang="en-US" sz="2000" dirty="0">
                <a:solidFill>
                  <a:schemeClr val="dk1"/>
                </a:solidFill>
                <a:latin typeface="Host Grotesk" panose="020B0504030402000203" pitchFamily="34" charset="0"/>
                <a:ea typeface="Rubik"/>
                <a:cs typeface="Rubik"/>
                <a:sym typeface="Rubik"/>
              </a:rPr>
              <a:t> </a:t>
            </a:r>
            <a:r>
              <a:rPr lang="en-US" sz="2000" dirty="0" err="1">
                <a:solidFill>
                  <a:schemeClr val="dk1"/>
                </a:solidFill>
                <a:latin typeface="Host Grotesk" panose="020B0504030402000203" pitchFamily="34" charset="0"/>
                <a:ea typeface="Rubik"/>
                <a:cs typeface="Rubik"/>
                <a:sym typeface="Rubik"/>
              </a:rPr>
              <a:t>foydaliroq</a:t>
            </a:r>
            <a:r>
              <a:rPr lang="en-US" sz="2000" dirty="0">
                <a:solidFill>
                  <a:schemeClr val="dk1"/>
                </a:solidFill>
                <a:latin typeface="Host Grotesk" panose="020B0504030402000203" pitchFamily="34" charset="0"/>
                <a:ea typeface="Rubik"/>
                <a:cs typeface="Rubik"/>
                <a:sym typeface="Rubik"/>
              </a:rPr>
              <a:t> </a:t>
            </a:r>
            <a:r>
              <a:rPr lang="en-US" sz="2000" dirty="0" err="1">
                <a:solidFill>
                  <a:schemeClr val="dk1"/>
                </a:solidFill>
                <a:latin typeface="Host Grotesk" panose="020B0504030402000203" pitchFamily="34" charset="0"/>
                <a:ea typeface="Rubik"/>
                <a:cs typeface="Rubik"/>
                <a:sym typeface="Rubik"/>
              </a:rPr>
              <a:t>bo'ladi</a:t>
            </a:r>
            <a:r>
              <a:rPr lang="en-US" sz="2000" dirty="0">
                <a:solidFill>
                  <a:schemeClr val="dk1"/>
                </a:solidFill>
                <a:latin typeface="Host Grotesk" panose="020B0504030402000203" pitchFamily="34" charset="0"/>
                <a:ea typeface="Rubik"/>
                <a:cs typeface="Rubik"/>
                <a:sym typeface="Rubik"/>
              </a:rPr>
              <a:t>?</a:t>
            </a:r>
            <a:endParaRPr sz="1800" b="1" i="1" dirty="0">
              <a:solidFill>
                <a:schemeClr val="dk2"/>
              </a:solidFill>
              <a:latin typeface="Host Grotesk" panose="020B0504030402000203" pitchFamily="34" charset="0"/>
              <a:ea typeface="Rubik"/>
              <a:cs typeface="Rubik"/>
              <a:sym typeface="Rubik"/>
            </a:endParaRPr>
          </a:p>
          <a:p>
            <a:pPr marL="0" lvl="0" indent="0" algn="l" rtl="0">
              <a:spcBef>
                <a:spcPts val="0"/>
              </a:spcBef>
              <a:spcAft>
                <a:spcPts val="0"/>
              </a:spcAft>
              <a:buNone/>
            </a:pPr>
            <a:endParaRPr sz="1800" b="1" i="1" dirty="0">
              <a:solidFill>
                <a:schemeClr val="dk2"/>
              </a:solidFill>
              <a:latin typeface="Host Grotesk" panose="020B0504030402000203" pitchFamily="34" charset="0"/>
              <a:ea typeface="Rubik"/>
              <a:cs typeface="Rubik"/>
              <a:sym typeface="Rubik"/>
            </a:endParaRPr>
          </a:p>
          <a:p>
            <a:pPr lvl="0"/>
            <a:r>
              <a:rPr lang="en-US" sz="1800" b="1" i="1" dirty="0" err="1">
                <a:solidFill>
                  <a:schemeClr val="dk2"/>
                </a:solidFill>
                <a:latin typeface="Host Grotesk" panose="020B0504030402000203" pitchFamily="34" charset="0"/>
                <a:ea typeface="Rubik"/>
                <a:cs typeface="Rubik"/>
                <a:sym typeface="Rubik"/>
              </a:rPr>
              <a:t>Ish</a:t>
            </a:r>
            <a:r>
              <a:rPr lang="en-US" sz="1800" b="1" i="1" dirty="0">
                <a:solidFill>
                  <a:schemeClr val="dk2"/>
                </a:solidFill>
                <a:latin typeface="Host Grotesk" panose="020B0504030402000203" pitchFamily="34" charset="0"/>
                <a:ea typeface="Rubik"/>
                <a:cs typeface="Rubik"/>
                <a:sym typeface="Rubik"/>
              </a:rPr>
              <a:t> </a:t>
            </a:r>
            <a:r>
              <a:rPr lang="en-US" sz="1800" b="1" i="1" dirty="0" err="1">
                <a:solidFill>
                  <a:schemeClr val="dk2"/>
                </a:solidFill>
                <a:latin typeface="Host Grotesk" panose="020B0504030402000203" pitchFamily="34" charset="0"/>
                <a:ea typeface="Rubik"/>
                <a:cs typeface="Rubik"/>
                <a:sym typeface="Rubik"/>
              </a:rPr>
              <a:t>varag’ingizning</a:t>
            </a:r>
            <a:r>
              <a:rPr lang="en-US" sz="1800" b="1" i="1" dirty="0">
                <a:solidFill>
                  <a:schemeClr val="dk2"/>
                </a:solidFill>
                <a:latin typeface="Host Grotesk" panose="020B0504030402000203" pitchFamily="34" charset="0"/>
                <a:ea typeface="Rubik"/>
                <a:cs typeface="Rubik"/>
                <a:sym typeface="Rubik"/>
              </a:rPr>
              <a:t> 4-qismida </a:t>
            </a:r>
            <a:r>
              <a:rPr lang="en-US" sz="1800" b="1" i="1" dirty="0" err="1">
                <a:solidFill>
                  <a:schemeClr val="dk2"/>
                </a:solidFill>
                <a:latin typeface="Host Grotesk" panose="020B0504030402000203" pitchFamily="34" charset="0"/>
                <a:ea typeface="Rubik"/>
                <a:cs typeface="Rubik"/>
                <a:sym typeface="Rubik"/>
              </a:rPr>
              <a:t>ushbu</a:t>
            </a:r>
            <a:r>
              <a:rPr lang="en-US" sz="1800" b="1" i="1" dirty="0">
                <a:solidFill>
                  <a:schemeClr val="dk2"/>
                </a:solidFill>
                <a:latin typeface="Host Grotesk" panose="020B0504030402000203" pitchFamily="34" charset="0"/>
                <a:ea typeface="Rubik"/>
                <a:cs typeface="Rubik"/>
                <a:sym typeface="Rubik"/>
              </a:rPr>
              <a:t> </a:t>
            </a:r>
            <a:r>
              <a:rPr lang="en-US" sz="1800" b="1" i="1" dirty="0" err="1">
                <a:solidFill>
                  <a:schemeClr val="dk2"/>
                </a:solidFill>
                <a:latin typeface="Host Grotesk" panose="020B0504030402000203" pitchFamily="34" charset="0"/>
                <a:ea typeface="Rubik"/>
                <a:cs typeface="Rubik"/>
                <a:sym typeface="Rubik"/>
              </a:rPr>
              <a:t>savollarga</a:t>
            </a:r>
            <a:r>
              <a:rPr lang="en-US" sz="1800" b="1" i="1" dirty="0">
                <a:solidFill>
                  <a:schemeClr val="dk2"/>
                </a:solidFill>
                <a:latin typeface="Host Grotesk" panose="020B0504030402000203" pitchFamily="34" charset="0"/>
                <a:ea typeface="Rubik"/>
                <a:cs typeface="Rubik"/>
                <a:sym typeface="Rubik"/>
              </a:rPr>
              <a:t> </a:t>
            </a:r>
            <a:r>
              <a:rPr lang="en-US" sz="1800" b="1" i="1" dirty="0" err="1">
                <a:solidFill>
                  <a:schemeClr val="dk2"/>
                </a:solidFill>
                <a:latin typeface="Host Grotesk" panose="020B0504030402000203" pitchFamily="34" charset="0"/>
                <a:ea typeface="Rubik"/>
                <a:cs typeface="Rubik"/>
                <a:sym typeface="Rubik"/>
              </a:rPr>
              <a:t>javob</a:t>
            </a:r>
            <a:r>
              <a:rPr lang="en-US" sz="1800" b="1" i="1" dirty="0">
                <a:solidFill>
                  <a:schemeClr val="dk2"/>
                </a:solidFill>
                <a:latin typeface="Host Grotesk" panose="020B0504030402000203" pitchFamily="34" charset="0"/>
                <a:ea typeface="Rubik"/>
                <a:cs typeface="Rubik"/>
                <a:sym typeface="Rubik"/>
              </a:rPr>
              <a:t> </a:t>
            </a:r>
            <a:r>
              <a:rPr lang="en-US" sz="1800" b="1" i="1" dirty="0" err="1">
                <a:solidFill>
                  <a:schemeClr val="dk2"/>
                </a:solidFill>
                <a:latin typeface="Host Grotesk" panose="020B0504030402000203" pitchFamily="34" charset="0"/>
                <a:ea typeface="Rubik"/>
                <a:cs typeface="Rubik"/>
                <a:sym typeface="Rubik"/>
              </a:rPr>
              <a:t>bering</a:t>
            </a:r>
            <a:r>
              <a:rPr lang="en-US" sz="1800" b="1" i="1" dirty="0">
                <a:solidFill>
                  <a:schemeClr val="dk2"/>
                </a:solidFill>
                <a:latin typeface="Host Grotesk" panose="020B0504030402000203" pitchFamily="34" charset="0"/>
                <a:ea typeface="Rubik"/>
                <a:cs typeface="Rubik"/>
                <a:sym typeface="Rubik"/>
              </a:rPr>
              <a:t>.</a:t>
            </a:r>
            <a:endParaRPr sz="2000" dirty="0">
              <a:solidFill>
                <a:schemeClr val="dk1"/>
              </a:solidFill>
              <a:latin typeface="Host Grotesk" panose="020B0504030402000203" pitchFamily="34" charset="0"/>
              <a:ea typeface="Rubik"/>
              <a:cs typeface="Rubik"/>
              <a:sym typeface="Rubik"/>
            </a:endParaRPr>
          </a:p>
          <a:p>
            <a:pPr marL="0" lvl="0" indent="0" algn="l" rtl="0">
              <a:spcBef>
                <a:spcPts val="0"/>
              </a:spcBef>
              <a:spcAft>
                <a:spcPts val="0"/>
              </a:spcAft>
              <a:buNone/>
            </a:pPr>
            <a:endParaRPr sz="1800" dirty="0">
              <a:solidFill>
                <a:srgbClr val="37B558"/>
              </a:solidFill>
              <a:latin typeface="Host Grotesk" panose="020B0504030402000203" pitchFamily="34" charset="0"/>
              <a:ea typeface="Rubik"/>
              <a:cs typeface="Rubik"/>
              <a:sym typeface="Rubik"/>
            </a:endParaRPr>
          </a:p>
        </p:txBody>
      </p:sp>
      <p:sp>
        <p:nvSpPr>
          <p:cNvPr id="221" name="Google Shape;221;p28"/>
          <p:cNvSpPr txBox="1"/>
          <p:nvPr/>
        </p:nvSpPr>
        <p:spPr>
          <a:xfrm>
            <a:off x="4064900" y="4431775"/>
            <a:ext cx="4769400" cy="45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000">
              <a:solidFill>
                <a:schemeClr val="dk2"/>
              </a:solidFill>
            </a:endParaRPr>
          </a:p>
        </p:txBody>
      </p:sp>
      <p:pic>
        <p:nvPicPr>
          <p:cNvPr id="2" name="Picture 1" descr="A logo on a black background&#10;&#10;Description automatically generated">
            <a:extLst>
              <a:ext uri="{FF2B5EF4-FFF2-40B4-BE49-F238E27FC236}">
                <a16:creationId xmlns:a16="http://schemas.microsoft.com/office/drawing/2014/main" id="{595D4D33-5552-07F8-E9A8-4D13F0786CA8}"/>
              </a:ext>
            </a:extLst>
          </p:cNvPr>
          <p:cNvPicPr>
            <a:picLocks noChangeAspect="1"/>
          </p:cNvPicPr>
          <p:nvPr/>
        </p:nvPicPr>
        <p:blipFill>
          <a:blip r:embed="rId3" cstate="print">
            <a:extLst>
              <a:ext uri="{28A0092B-C50C-407E-A947-70E740481C1C}">
                <a14:useLocalDpi xmlns:a14="http://schemas.microsoft.com/office/drawing/2010/main" val="0"/>
              </a:ext>
            </a:extLst>
          </a:blip>
          <a:srcRect l="17966" t="41761" r="13807" b="41509"/>
          <a:stretch/>
        </p:blipFill>
        <p:spPr>
          <a:xfrm>
            <a:off x="485775" y="434278"/>
            <a:ext cx="1441011" cy="353337"/>
          </a:xfrm>
          <a:prstGeom prst="rect">
            <a:avLst/>
          </a:prstGeom>
        </p:spPr>
      </p:pic>
      <p:sp>
        <p:nvSpPr>
          <p:cNvPr id="3" name="Прямоугольник 7">
            <a:extLst>
              <a:ext uri="{FF2B5EF4-FFF2-40B4-BE49-F238E27FC236}">
                <a16:creationId xmlns:a16="http://schemas.microsoft.com/office/drawing/2014/main" id="{DDA20775-719D-95B8-BB26-4C69C64E128D}"/>
              </a:ext>
            </a:extLst>
          </p:cNvPr>
          <p:cNvSpPr/>
          <p:nvPr/>
        </p:nvSpPr>
        <p:spPr>
          <a:xfrm>
            <a:off x="0" y="3662260"/>
            <a:ext cx="9144000" cy="1504950"/>
          </a:xfrm>
          <a:prstGeom prst="rect">
            <a:avLst/>
          </a:prstGeom>
          <a:solidFill>
            <a:srgbClr val="4AC0F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ru-RU" altLang="en-US" sz="1800" b="1" dirty="0">
              <a:solidFill>
                <a:schemeClr val="bg1"/>
              </a:solidFill>
              <a:latin typeface="Century Gothic" panose="020B0502020202020204" pitchFamily="34" charset="0"/>
            </a:endParaRPr>
          </a:p>
        </p:txBody>
      </p:sp>
      <p:pic>
        <p:nvPicPr>
          <p:cNvPr id="4" name="Picture 3" descr="A yellow star on a black background&#10;&#10;Description automatically generated">
            <a:extLst>
              <a:ext uri="{FF2B5EF4-FFF2-40B4-BE49-F238E27FC236}">
                <a16:creationId xmlns:a16="http://schemas.microsoft.com/office/drawing/2014/main" id="{415646E5-C642-746F-BAF5-CD873FF800C6}"/>
              </a:ext>
            </a:extLst>
          </p:cNvPr>
          <p:cNvPicPr>
            <a:picLocks noChangeAspect="1"/>
          </p:cNvPicPr>
          <p:nvPr/>
        </p:nvPicPr>
        <p:blipFill>
          <a:blip r:embed="rId4"/>
          <a:stretch>
            <a:fillRect/>
          </a:stretch>
        </p:blipFill>
        <p:spPr>
          <a:xfrm>
            <a:off x="1560302" y="49145"/>
            <a:ext cx="628654" cy="628654"/>
          </a:xfrm>
          <a:prstGeom prst="rect">
            <a:avLst/>
          </a:prstGeom>
        </p:spPr>
      </p:pic>
      <p:graphicFrame>
        <p:nvGraphicFramePr>
          <p:cNvPr id="5" name="Объект 7">
            <a:extLst>
              <a:ext uri="{FF2B5EF4-FFF2-40B4-BE49-F238E27FC236}">
                <a16:creationId xmlns:a16="http://schemas.microsoft.com/office/drawing/2014/main" id="{D9834622-FB49-2B4F-CE81-9391DECC59B6}"/>
              </a:ext>
            </a:extLst>
          </p:cNvPr>
          <p:cNvGraphicFramePr/>
          <p:nvPr>
            <p:extLst>
              <p:ext uri="{D42A27DB-BD31-4B8C-83A1-F6EECF244321}">
                <p14:modId xmlns:p14="http://schemas.microsoft.com/office/powerpoint/2010/main" val="3146284016"/>
              </p:ext>
            </p:extLst>
          </p:nvPr>
        </p:nvGraphicFramePr>
        <p:xfrm>
          <a:off x="6798703" y="2798843"/>
          <a:ext cx="436245" cy="590550"/>
        </p:xfrm>
        <a:graphic>
          <a:graphicData uri="http://schemas.openxmlformats.org/presentationml/2006/ole">
            <mc:AlternateContent xmlns:mc="http://schemas.openxmlformats.org/markup-compatibility/2006">
              <mc:Choice xmlns:v="urn:schemas-microsoft-com:vml" Requires="v">
                <p:oleObj r:id="rId5" imgW="469900" imgH="624840" progId="CorelDraw.Graphic.25">
                  <p:embed/>
                </p:oleObj>
              </mc:Choice>
              <mc:Fallback>
                <p:oleObj r:id="rId5" imgW="469900" imgH="624840" progId="CorelDraw.Graphic.25">
                  <p:embed/>
                  <p:pic>
                    <p:nvPicPr>
                      <p:cNvPr id="14" name="Объект 7">
                        <a:extLst>
                          <a:ext uri="{FF2B5EF4-FFF2-40B4-BE49-F238E27FC236}">
                            <a16:creationId xmlns:a16="http://schemas.microsoft.com/office/drawing/2014/main" id="{EA71442E-7379-D102-D9A2-4C5A459AB2B9}"/>
                          </a:ext>
                        </a:extLst>
                      </p:cNvPr>
                      <p:cNvPicPr/>
                      <p:nvPr/>
                    </p:nvPicPr>
                    <p:blipFill>
                      <a:blip r:embed="rId6"/>
                      <a:stretch>
                        <a:fillRect/>
                      </a:stretch>
                    </p:blipFill>
                    <p:spPr>
                      <a:xfrm>
                        <a:off x="6798703" y="2798843"/>
                        <a:ext cx="436245" cy="590550"/>
                      </a:xfrm>
                      <a:prstGeom prst="rect">
                        <a:avLst/>
                      </a:prstGeom>
                    </p:spPr>
                  </p:pic>
                </p:oleObj>
              </mc:Fallback>
            </mc:AlternateContent>
          </a:graphicData>
        </a:graphic>
      </p:graphicFrame>
      <p:graphicFrame>
        <p:nvGraphicFramePr>
          <p:cNvPr id="6" name="Объект 13">
            <a:extLst>
              <a:ext uri="{FF2B5EF4-FFF2-40B4-BE49-F238E27FC236}">
                <a16:creationId xmlns:a16="http://schemas.microsoft.com/office/drawing/2014/main" id="{99CA7409-FB0B-D5A0-2C1E-CFD183C636CB}"/>
              </a:ext>
            </a:extLst>
          </p:cNvPr>
          <p:cNvGraphicFramePr/>
          <p:nvPr>
            <p:extLst>
              <p:ext uri="{D42A27DB-BD31-4B8C-83A1-F6EECF244321}">
                <p14:modId xmlns:p14="http://schemas.microsoft.com/office/powerpoint/2010/main" val="4001859559"/>
              </p:ext>
            </p:extLst>
          </p:nvPr>
        </p:nvGraphicFramePr>
        <p:xfrm>
          <a:off x="7602931" y="988980"/>
          <a:ext cx="639445" cy="599440"/>
        </p:xfrm>
        <a:graphic>
          <a:graphicData uri="http://schemas.openxmlformats.org/presentationml/2006/ole">
            <mc:AlternateContent xmlns:mc="http://schemas.openxmlformats.org/markup-compatibility/2006">
              <mc:Choice xmlns:v="urn:schemas-microsoft-com:vml" Requires="v">
                <p:oleObj r:id="rId7" imgW="663575" imgH="618490" progId="CorelDraw.Graphic.25">
                  <p:embed/>
                </p:oleObj>
              </mc:Choice>
              <mc:Fallback>
                <p:oleObj r:id="rId7" imgW="663575" imgH="618490" progId="CorelDraw.Graphic.25">
                  <p:embed/>
                  <p:pic>
                    <p:nvPicPr>
                      <p:cNvPr id="15" name="Объект 13">
                        <a:extLst>
                          <a:ext uri="{FF2B5EF4-FFF2-40B4-BE49-F238E27FC236}">
                            <a16:creationId xmlns:a16="http://schemas.microsoft.com/office/drawing/2014/main" id="{1D41705B-2A2E-C5A1-3E8C-F70818E209C1}"/>
                          </a:ext>
                        </a:extLst>
                      </p:cNvPr>
                      <p:cNvPicPr/>
                      <p:nvPr/>
                    </p:nvPicPr>
                    <p:blipFill>
                      <a:blip r:embed="rId8"/>
                      <a:stretch>
                        <a:fillRect/>
                      </a:stretch>
                    </p:blipFill>
                    <p:spPr>
                      <a:xfrm>
                        <a:off x="7602931" y="988980"/>
                        <a:ext cx="639445" cy="599440"/>
                      </a:xfrm>
                      <a:prstGeom prst="rect">
                        <a:avLst/>
                      </a:prstGeom>
                    </p:spPr>
                  </p:pic>
                </p:oleObj>
              </mc:Fallback>
            </mc:AlternateContent>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altLang="ru-RU"/>
              <a:t> </a:t>
            </a:r>
          </a:p>
        </p:txBody>
      </p:sp>
      <p:sp>
        <p:nvSpPr>
          <p:cNvPr id="3" name="Замещающее содержимое 2"/>
          <p:cNvSpPr>
            <a:spLocks noGrp="1"/>
          </p:cNvSpPr>
          <p:nvPr>
            <p:ph idx="1"/>
          </p:nvPr>
        </p:nvSpPr>
        <p:spPr>
          <a:xfrm>
            <a:off x="1094768" y="1255424"/>
            <a:ext cx="6455382" cy="2210675"/>
          </a:xfrm>
        </p:spPr>
        <p:txBody>
          <a:bodyPr>
            <a:noAutofit/>
          </a:bodyPr>
          <a:lstStyle/>
          <a:p>
            <a:pPr marL="114300" indent="0" algn="ctr">
              <a:buNone/>
            </a:pPr>
            <a:r>
              <a:rPr lang="en" sz="3600" b="1" dirty="0">
                <a:solidFill>
                  <a:schemeClr val="tx1"/>
                </a:solidFill>
                <a:latin typeface="Host Grotesk" panose="020B0504030402000203" pitchFamily="34" charset="0"/>
                <a:ea typeface="Bitter"/>
                <a:cs typeface="Bitter"/>
                <a:sym typeface="Bitter"/>
              </a:rPr>
              <a:t>Qanday qilib biz S</a:t>
            </a:r>
            <a:r>
              <a:rPr lang="en-US" sz="3600" b="1" dirty="0" err="1">
                <a:solidFill>
                  <a:schemeClr val="tx1"/>
                </a:solidFill>
                <a:latin typeface="Host Grotesk" panose="020B0504030402000203" pitchFamily="34" charset="0"/>
                <a:ea typeface="Bitter"/>
                <a:cs typeface="Bitter"/>
                <a:sym typeface="Bitter"/>
              </a:rPr>
              <a:t>i</a:t>
            </a:r>
            <a:r>
              <a:rPr lang="en" sz="3600" b="1" dirty="0">
                <a:solidFill>
                  <a:schemeClr val="tx1"/>
                </a:solidFill>
                <a:latin typeface="Host Grotesk" panose="020B0504030402000203" pitchFamily="34" charset="0"/>
                <a:ea typeface="Bitter"/>
                <a:cs typeface="Bitter"/>
                <a:sym typeface="Bitter"/>
              </a:rPr>
              <a:t>dan axloqiy va mas’uliyatli tarzda foydalanamiz?</a:t>
            </a:r>
            <a:endParaRPr lang="en-US" sz="2000" dirty="0">
              <a:solidFill>
                <a:srgbClr val="00B0F0"/>
              </a:solidFill>
            </a:endParaRPr>
          </a:p>
        </p:txBody>
      </p:sp>
      <p:pic>
        <p:nvPicPr>
          <p:cNvPr id="5" name="Picture 4" descr="A logo on a black background&#10;&#10;Description automatically generated">
            <a:extLst>
              <a:ext uri="{FF2B5EF4-FFF2-40B4-BE49-F238E27FC236}">
                <a16:creationId xmlns:a16="http://schemas.microsoft.com/office/drawing/2014/main" id="{BAE106D4-157A-C84A-46B9-0339A7A963DE}"/>
              </a:ext>
            </a:extLst>
          </p:cNvPr>
          <p:cNvPicPr>
            <a:picLocks noChangeAspect="1"/>
          </p:cNvPicPr>
          <p:nvPr/>
        </p:nvPicPr>
        <p:blipFill>
          <a:blip r:embed="rId2" cstate="print">
            <a:extLst>
              <a:ext uri="{28A0092B-C50C-407E-A947-70E740481C1C}">
                <a14:useLocalDpi xmlns:a14="http://schemas.microsoft.com/office/drawing/2010/main" val="0"/>
              </a:ext>
            </a:extLst>
          </a:blip>
          <a:srcRect l="17966" t="41761" r="13807" b="41509"/>
          <a:stretch/>
        </p:blipFill>
        <p:spPr>
          <a:xfrm>
            <a:off x="485775" y="434278"/>
            <a:ext cx="1441011" cy="353337"/>
          </a:xfrm>
          <a:prstGeom prst="rect">
            <a:avLst/>
          </a:prstGeom>
        </p:spPr>
      </p:pic>
      <p:sp>
        <p:nvSpPr>
          <p:cNvPr id="11" name="Прямоугольник 7"/>
          <p:cNvSpPr/>
          <p:nvPr/>
        </p:nvSpPr>
        <p:spPr>
          <a:xfrm>
            <a:off x="0" y="3306687"/>
            <a:ext cx="9144000" cy="1836813"/>
          </a:xfrm>
          <a:prstGeom prst="rect">
            <a:avLst/>
          </a:prstGeom>
          <a:solidFill>
            <a:srgbClr val="4AC0F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ru-RU" altLang="en-US" sz="1800" b="1" dirty="0">
              <a:solidFill>
                <a:schemeClr val="bg1"/>
              </a:solidFill>
              <a:latin typeface="Century Gothic" panose="020B0502020202020204" pitchFamily="34" charset="0"/>
            </a:endParaRPr>
          </a:p>
        </p:txBody>
      </p:sp>
      <p:pic>
        <p:nvPicPr>
          <p:cNvPr id="8" name="Picture 7" descr="A sword and scales of justice&#10;&#10;Description automatically generated">
            <a:extLst>
              <a:ext uri="{FF2B5EF4-FFF2-40B4-BE49-F238E27FC236}">
                <a16:creationId xmlns:a16="http://schemas.microsoft.com/office/drawing/2014/main" id="{20757D15-8406-75FA-D505-935DF7990B37}"/>
              </a:ext>
            </a:extLst>
          </p:cNvPr>
          <p:cNvPicPr>
            <a:picLocks noChangeAspect="1"/>
          </p:cNvPicPr>
          <p:nvPr/>
        </p:nvPicPr>
        <p:blipFill>
          <a:blip r:embed="rId3"/>
          <a:stretch>
            <a:fillRect/>
          </a:stretch>
        </p:blipFill>
        <p:spPr>
          <a:xfrm>
            <a:off x="7459722" y="176806"/>
            <a:ext cx="1500596" cy="1500596"/>
          </a:xfrm>
          <a:prstGeom prst="rect">
            <a:avLst/>
          </a:prstGeom>
        </p:spPr>
      </p:pic>
      <p:pic>
        <p:nvPicPr>
          <p:cNvPr id="9" name="Picture 8" descr="A yellow star on a black background&#10;&#10;Description automatically generated">
            <a:extLst>
              <a:ext uri="{FF2B5EF4-FFF2-40B4-BE49-F238E27FC236}">
                <a16:creationId xmlns:a16="http://schemas.microsoft.com/office/drawing/2014/main" id="{EA3CCFD4-FD09-39DB-B9B9-C553274B69A4}"/>
              </a:ext>
            </a:extLst>
          </p:cNvPr>
          <p:cNvPicPr>
            <a:picLocks noChangeAspect="1"/>
          </p:cNvPicPr>
          <p:nvPr/>
        </p:nvPicPr>
        <p:blipFill>
          <a:blip r:embed="rId4"/>
          <a:stretch>
            <a:fillRect/>
          </a:stretch>
        </p:blipFill>
        <p:spPr>
          <a:xfrm>
            <a:off x="1560302" y="49145"/>
            <a:ext cx="628654" cy="628654"/>
          </a:xfrm>
          <a:prstGeom prst="rect">
            <a:avLst/>
          </a:prstGeom>
        </p:spPr>
      </p:pic>
      <p:graphicFrame>
        <p:nvGraphicFramePr>
          <p:cNvPr id="14" name="Объект 7">
            <a:extLst>
              <a:ext uri="{FF2B5EF4-FFF2-40B4-BE49-F238E27FC236}">
                <a16:creationId xmlns:a16="http://schemas.microsoft.com/office/drawing/2014/main" id="{EA71442E-7379-D102-D9A2-4C5A459AB2B9}"/>
              </a:ext>
            </a:extLst>
          </p:cNvPr>
          <p:cNvGraphicFramePr/>
          <p:nvPr>
            <p:extLst>
              <p:ext uri="{D42A27DB-BD31-4B8C-83A1-F6EECF244321}">
                <p14:modId xmlns:p14="http://schemas.microsoft.com/office/powerpoint/2010/main" val="902988919"/>
              </p:ext>
            </p:extLst>
          </p:nvPr>
        </p:nvGraphicFramePr>
        <p:xfrm>
          <a:off x="988157" y="2360761"/>
          <a:ext cx="436245" cy="590550"/>
        </p:xfrm>
        <a:graphic>
          <a:graphicData uri="http://schemas.openxmlformats.org/presentationml/2006/ole">
            <mc:AlternateContent xmlns:mc="http://schemas.openxmlformats.org/markup-compatibility/2006">
              <mc:Choice xmlns:v="urn:schemas-microsoft-com:vml" Requires="v">
                <p:oleObj r:id="rId5" imgW="469900" imgH="624840" progId="CorelDraw.Graphic.25">
                  <p:embed/>
                </p:oleObj>
              </mc:Choice>
              <mc:Fallback>
                <p:oleObj r:id="rId5" imgW="469900" imgH="624840" progId="CorelDraw.Graphic.25">
                  <p:embed/>
                  <p:pic>
                    <p:nvPicPr>
                      <p:cNvPr id="14" name="Объект 7">
                        <a:extLst>
                          <a:ext uri="{FF2B5EF4-FFF2-40B4-BE49-F238E27FC236}">
                            <a16:creationId xmlns:a16="http://schemas.microsoft.com/office/drawing/2014/main" id="{EA71442E-7379-D102-D9A2-4C5A459AB2B9}"/>
                          </a:ext>
                        </a:extLst>
                      </p:cNvPr>
                      <p:cNvPicPr/>
                      <p:nvPr/>
                    </p:nvPicPr>
                    <p:blipFill>
                      <a:blip r:embed="rId6"/>
                      <a:stretch>
                        <a:fillRect/>
                      </a:stretch>
                    </p:blipFill>
                    <p:spPr>
                      <a:xfrm>
                        <a:off x="988157" y="2360761"/>
                        <a:ext cx="436245" cy="590550"/>
                      </a:xfrm>
                      <a:prstGeom prst="rect">
                        <a:avLst/>
                      </a:prstGeom>
                    </p:spPr>
                  </p:pic>
                </p:oleObj>
              </mc:Fallback>
            </mc:AlternateContent>
          </a:graphicData>
        </a:graphic>
      </p:graphicFrame>
      <p:graphicFrame>
        <p:nvGraphicFramePr>
          <p:cNvPr id="15" name="Объект 13">
            <a:extLst>
              <a:ext uri="{FF2B5EF4-FFF2-40B4-BE49-F238E27FC236}">
                <a16:creationId xmlns:a16="http://schemas.microsoft.com/office/drawing/2014/main" id="{1D41705B-2A2E-C5A1-3E8C-F70818E209C1}"/>
              </a:ext>
            </a:extLst>
          </p:cNvPr>
          <p:cNvGraphicFramePr/>
          <p:nvPr>
            <p:extLst>
              <p:ext uri="{D42A27DB-BD31-4B8C-83A1-F6EECF244321}">
                <p14:modId xmlns:p14="http://schemas.microsoft.com/office/powerpoint/2010/main" val="3006528701"/>
              </p:ext>
            </p:extLst>
          </p:nvPr>
        </p:nvGraphicFramePr>
        <p:xfrm>
          <a:off x="6701231" y="787615"/>
          <a:ext cx="639445" cy="599440"/>
        </p:xfrm>
        <a:graphic>
          <a:graphicData uri="http://schemas.openxmlformats.org/presentationml/2006/ole">
            <mc:AlternateContent xmlns:mc="http://schemas.openxmlformats.org/markup-compatibility/2006">
              <mc:Choice xmlns:v="urn:schemas-microsoft-com:vml" Requires="v">
                <p:oleObj r:id="rId7" imgW="663575" imgH="618490" progId="CorelDraw.Graphic.25">
                  <p:embed/>
                </p:oleObj>
              </mc:Choice>
              <mc:Fallback>
                <p:oleObj r:id="rId7" imgW="663575" imgH="618490" progId="CorelDraw.Graphic.25">
                  <p:embed/>
                  <p:pic>
                    <p:nvPicPr>
                      <p:cNvPr id="15" name="Объект 13">
                        <a:extLst>
                          <a:ext uri="{FF2B5EF4-FFF2-40B4-BE49-F238E27FC236}">
                            <a16:creationId xmlns:a16="http://schemas.microsoft.com/office/drawing/2014/main" id="{1D41705B-2A2E-C5A1-3E8C-F70818E209C1}"/>
                          </a:ext>
                        </a:extLst>
                      </p:cNvPr>
                      <p:cNvPicPr/>
                      <p:nvPr/>
                    </p:nvPicPr>
                    <p:blipFill>
                      <a:blip r:embed="rId8"/>
                      <a:stretch>
                        <a:fillRect/>
                      </a:stretch>
                    </p:blipFill>
                    <p:spPr>
                      <a:xfrm>
                        <a:off x="6701231" y="787615"/>
                        <a:ext cx="639445" cy="599440"/>
                      </a:xfrm>
                      <a:prstGeom prst="rect">
                        <a:avLst/>
                      </a:prstGeom>
                    </p:spPr>
                  </p:pic>
                </p:oleObj>
              </mc:Fallback>
            </mc:AlternateContent>
          </a:graphicData>
        </a:graphic>
      </p:graphicFrame>
    </p:spTree>
    <p:extLst>
      <p:ext uri="{BB962C8B-B14F-4D97-AF65-F5344CB8AC3E}">
        <p14:creationId xmlns:p14="http://schemas.microsoft.com/office/powerpoint/2010/main" val="28675803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0"/>
          <p:cNvSpPr txBox="1">
            <a:spLocks noGrp="1"/>
          </p:cNvSpPr>
          <p:nvPr>
            <p:ph type="title"/>
          </p:nvPr>
        </p:nvSpPr>
        <p:spPr>
          <a:xfrm>
            <a:off x="2787649" y="408701"/>
            <a:ext cx="4775201" cy="572700"/>
          </a:xfrm>
          <a:prstGeom prst="rect">
            <a:avLst/>
          </a:prstGeom>
        </p:spPr>
        <p:txBody>
          <a:bodyPr spcFirstLastPara="1" wrap="square" lIns="91425" tIns="91425" rIns="91425" bIns="91425" anchor="ctr" anchorCtr="0">
            <a:noAutofit/>
          </a:bodyPr>
          <a:lstStyle/>
          <a:p>
            <a:pPr lvl="0" algn="l">
              <a:buClr>
                <a:srgbClr val="000000"/>
              </a:buClr>
              <a:buSzPts val="1100"/>
            </a:pPr>
            <a:r>
              <a:rPr lang="en-US" sz="3020" b="1" dirty="0" err="1">
                <a:solidFill>
                  <a:srgbClr val="00B0F0"/>
                </a:solidFill>
                <a:latin typeface="Host Grotesk" panose="020B0504030402000203" pitchFamily="34" charset="0"/>
                <a:ea typeface="Bitter"/>
                <a:cs typeface="Bitter"/>
                <a:sym typeface="Bitter"/>
              </a:rPr>
              <a:t>Qoidalar</a:t>
            </a:r>
            <a:r>
              <a:rPr lang="en-US" sz="3020" b="1" dirty="0">
                <a:solidFill>
                  <a:srgbClr val="00B0F0"/>
                </a:solidFill>
                <a:latin typeface="Host Grotesk" panose="020B0504030402000203" pitchFamily="34" charset="0"/>
                <a:ea typeface="Bitter"/>
                <a:cs typeface="Bitter"/>
                <a:sym typeface="Bitter"/>
              </a:rPr>
              <a:t> </a:t>
            </a:r>
            <a:r>
              <a:rPr lang="en-US" sz="3020" b="1" dirty="0" err="1">
                <a:solidFill>
                  <a:srgbClr val="00B0F0"/>
                </a:solidFill>
                <a:latin typeface="Host Grotesk" panose="020B0504030402000203" pitchFamily="34" charset="0"/>
                <a:ea typeface="Bitter"/>
                <a:cs typeface="Bitter"/>
                <a:sym typeface="Bitter"/>
              </a:rPr>
              <a:t>ro'yxatini</a:t>
            </a:r>
            <a:r>
              <a:rPr lang="en-US" sz="3020" b="1" dirty="0">
                <a:solidFill>
                  <a:srgbClr val="00B0F0"/>
                </a:solidFill>
                <a:latin typeface="Host Grotesk" panose="020B0504030402000203" pitchFamily="34" charset="0"/>
                <a:ea typeface="Bitter"/>
                <a:cs typeface="Bitter"/>
                <a:sym typeface="Bitter"/>
              </a:rPr>
              <a:t> </a:t>
            </a:r>
            <a:r>
              <a:rPr lang="en-US" sz="3020" b="1" dirty="0" err="1">
                <a:solidFill>
                  <a:srgbClr val="00B0F0"/>
                </a:solidFill>
                <a:latin typeface="Host Grotesk" panose="020B0504030402000203" pitchFamily="34" charset="0"/>
                <a:ea typeface="Bitter"/>
                <a:cs typeface="Bitter"/>
                <a:sym typeface="Bitter"/>
              </a:rPr>
              <a:t>tuzing</a:t>
            </a:r>
            <a:br>
              <a:rPr lang="en-US" sz="3020" b="1" dirty="0">
                <a:solidFill>
                  <a:srgbClr val="00B0F0"/>
                </a:solidFill>
                <a:latin typeface="Host Grotesk" panose="020B0504030402000203" pitchFamily="34" charset="0"/>
                <a:ea typeface="Bitter"/>
                <a:cs typeface="Bitter"/>
                <a:sym typeface="Bitter"/>
              </a:rPr>
            </a:br>
            <a:endParaRPr sz="3020" b="1" dirty="0">
              <a:solidFill>
                <a:srgbClr val="00B0F0"/>
              </a:solidFill>
              <a:latin typeface="Host Grotesk" panose="020B0504030402000203" pitchFamily="34" charset="0"/>
              <a:ea typeface="Bitter"/>
              <a:cs typeface="Bitter"/>
              <a:sym typeface="Bitter"/>
            </a:endParaRPr>
          </a:p>
        </p:txBody>
      </p:sp>
      <p:sp>
        <p:nvSpPr>
          <p:cNvPr id="234" name="Google Shape;234;p30"/>
          <p:cNvSpPr txBox="1">
            <a:spLocks noGrp="1"/>
          </p:cNvSpPr>
          <p:nvPr>
            <p:ph type="sldNum" idx="12"/>
          </p:nvPr>
        </p:nvSpPr>
        <p:spPr>
          <a:xfrm>
            <a:off x="6672372" y="4578638"/>
            <a:ext cx="23583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20</a:t>
            </a:fld>
            <a:endParaRPr/>
          </a:p>
        </p:txBody>
      </p:sp>
      <p:sp>
        <p:nvSpPr>
          <p:cNvPr id="236" name="Google Shape;236;p30"/>
          <p:cNvSpPr txBox="1"/>
          <p:nvPr/>
        </p:nvSpPr>
        <p:spPr>
          <a:xfrm>
            <a:off x="574337" y="695051"/>
            <a:ext cx="8048963" cy="3527699"/>
          </a:xfrm>
          <a:prstGeom prst="rect">
            <a:avLst/>
          </a:prstGeom>
          <a:noFill/>
          <a:ln>
            <a:noFill/>
          </a:ln>
        </p:spPr>
        <p:txBody>
          <a:bodyPr spcFirstLastPara="1" wrap="square" lIns="91425" tIns="91425" rIns="91425" bIns="91425" anchor="t" anchorCtr="0">
            <a:noAutofit/>
          </a:bodyPr>
          <a:lstStyle/>
          <a:p>
            <a:pPr lvl="0">
              <a:lnSpc>
                <a:spcPct val="115000"/>
              </a:lnSpc>
              <a:spcBef>
                <a:spcPts val="1200"/>
              </a:spcBef>
            </a:pPr>
            <a:r>
              <a:rPr lang="en-US" sz="1600" dirty="0" err="1">
                <a:latin typeface="Host Grotesk" panose="020B0504030402000203" pitchFamily="34" charset="0"/>
                <a:ea typeface="Rubik"/>
                <a:cs typeface="Rubik"/>
                <a:sym typeface="Rubik"/>
              </a:rPr>
              <a:t>Endi</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siz</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axloq</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va</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Alning</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asosiy</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muammolari</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haqida</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bilib</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oldingiz</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ba'zi</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qoidalarni</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ishlab</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chiqish</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vaqti</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keldi</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Sldan</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axloqiy</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va</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mas'uliyatli</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foydalanish</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uchun</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hamma</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amal</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qilishi</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mumkin</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bo'lgan</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qoidalar</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haqida</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o'ylab</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ko'ring</a:t>
            </a:r>
            <a:r>
              <a:rPr lang="en-US" sz="1600" dirty="0">
                <a:latin typeface="Host Grotesk" panose="020B0504030402000203" pitchFamily="34" charset="0"/>
                <a:ea typeface="Rubik"/>
                <a:cs typeface="Rubik"/>
                <a:sym typeface="Rubik"/>
              </a:rPr>
              <a:t>.</a:t>
            </a:r>
            <a:r>
              <a:rPr lang="en" sz="1600" dirty="0">
                <a:latin typeface="Host Grotesk" panose="020B0504030402000203" pitchFamily="34" charset="0"/>
                <a:ea typeface="Rubik"/>
                <a:cs typeface="Rubik"/>
                <a:sym typeface="Rubik"/>
              </a:rPr>
              <a:t>. </a:t>
            </a:r>
            <a:endParaRPr sz="1600" dirty="0">
              <a:latin typeface="Host Grotesk" panose="020B0504030402000203" pitchFamily="34" charset="0"/>
              <a:ea typeface="Rubik"/>
              <a:cs typeface="Rubik"/>
              <a:sym typeface="Rubik"/>
            </a:endParaRPr>
          </a:p>
          <a:p>
            <a:pPr lvl="0">
              <a:lnSpc>
                <a:spcPct val="115000"/>
              </a:lnSpc>
              <a:spcBef>
                <a:spcPts val="1200"/>
              </a:spcBef>
              <a:buClr>
                <a:schemeClr val="dk1"/>
              </a:buClr>
              <a:buSzPts val="1100"/>
            </a:pPr>
            <a:r>
              <a:rPr lang="en-US" sz="1600" dirty="0" err="1">
                <a:latin typeface="Host Grotesk" panose="020B0504030402000203" pitchFamily="34" charset="0"/>
                <a:ea typeface="Rubik"/>
                <a:cs typeface="Rubik"/>
                <a:sym typeface="Rubik"/>
              </a:rPr>
              <a:t>Yordam</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berish</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uchun</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quyidagi</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savollardan</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foydalaning</a:t>
            </a:r>
            <a:r>
              <a:rPr lang="en-US" sz="1600" dirty="0">
                <a:latin typeface="Host Grotesk" panose="020B0504030402000203" pitchFamily="34" charset="0"/>
                <a:ea typeface="Rubik"/>
                <a:cs typeface="Rubik"/>
                <a:sym typeface="Rubik"/>
              </a:rPr>
              <a:t>:</a:t>
            </a:r>
            <a:endParaRPr sz="1600" dirty="0">
              <a:latin typeface="Host Grotesk" panose="020B0504030402000203" pitchFamily="34" charset="0"/>
              <a:ea typeface="Rubik"/>
              <a:cs typeface="Rubik"/>
              <a:sym typeface="Rubik"/>
            </a:endParaRPr>
          </a:p>
          <a:p>
            <a:pPr marL="457200" lvl="0" indent="-355600">
              <a:lnSpc>
                <a:spcPct val="115000"/>
              </a:lnSpc>
              <a:spcBef>
                <a:spcPts val="1200"/>
              </a:spcBef>
              <a:buSzPts val="2000"/>
              <a:buFont typeface="Rubik"/>
              <a:buChar char="●"/>
            </a:pPr>
            <a:r>
              <a:rPr lang="en" sz="1600" dirty="0">
                <a:latin typeface="Host Grotesk" panose="020B0504030402000203" pitchFamily="34" charset="0"/>
                <a:ea typeface="Rubik"/>
                <a:cs typeface="Rubik"/>
                <a:sym typeface="Rubik"/>
              </a:rPr>
              <a:t>S</a:t>
            </a:r>
            <a:r>
              <a:rPr lang="en-US" sz="1600" dirty="0">
                <a:latin typeface="Host Grotesk" panose="020B0504030402000203" pitchFamily="34" charset="0"/>
                <a:ea typeface="Rubik"/>
                <a:cs typeface="Rubik"/>
                <a:sym typeface="Rubik"/>
              </a:rPr>
              <a:t>l </a:t>
            </a:r>
            <a:r>
              <a:rPr lang="en-US" sz="1600" dirty="0" err="1">
                <a:latin typeface="Host Grotesk" panose="020B0504030402000203" pitchFamily="34" charset="0"/>
                <a:ea typeface="Rubik"/>
                <a:cs typeface="Rubik"/>
                <a:sym typeface="Rubik"/>
              </a:rPr>
              <a:t>odamlarning</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shaxsiy</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hayotini</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hurmat</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qilishiga</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qanday</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ishonch</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hosil</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qilishimiz</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mumkin</a:t>
            </a:r>
            <a:r>
              <a:rPr lang="en" sz="1600" dirty="0">
                <a:latin typeface="Host Grotesk" panose="020B0504030402000203" pitchFamily="34" charset="0"/>
                <a:ea typeface="Rubik"/>
                <a:cs typeface="Rubik"/>
                <a:sym typeface="Rubik"/>
              </a:rPr>
              <a:t>?</a:t>
            </a:r>
            <a:endParaRPr sz="1600" dirty="0">
              <a:latin typeface="Host Grotesk" panose="020B0504030402000203" pitchFamily="34" charset="0"/>
              <a:ea typeface="Rubik"/>
              <a:cs typeface="Rubik"/>
              <a:sym typeface="Rubik"/>
            </a:endParaRPr>
          </a:p>
          <a:p>
            <a:pPr marL="457200" lvl="0" indent="-355600">
              <a:lnSpc>
                <a:spcPct val="115000"/>
              </a:lnSpc>
              <a:buSzPts val="2000"/>
              <a:buFont typeface="Rubik"/>
              <a:buChar char="●"/>
            </a:pPr>
            <a:r>
              <a:rPr lang="en-US" sz="1600" dirty="0">
                <a:latin typeface="Host Grotesk" panose="020B0504030402000203" pitchFamily="34" charset="0"/>
                <a:ea typeface="Rubik"/>
                <a:cs typeface="Rubik"/>
                <a:sym typeface="Rubik"/>
              </a:rPr>
              <a:t>Agar Al </a:t>
            </a:r>
            <a:r>
              <a:rPr lang="en-US" sz="1600" dirty="0" err="1">
                <a:latin typeface="Host Grotesk" panose="020B0504030402000203" pitchFamily="34" charset="0"/>
                <a:ea typeface="Rubik"/>
                <a:cs typeface="Rubik"/>
                <a:sym typeface="Rubik"/>
              </a:rPr>
              <a:t>noto'g'ri</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yoki</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adolatsiz</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natijalar</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bersa</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nima</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qilishimiz</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kerak</a:t>
            </a:r>
            <a:r>
              <a:rPr lang="en-US" sz="1600" dirty="0">
                <a:latin typeface="Host Grotesk" panose="020B0504030402000203" pitchFamily="34" charset="0"/>
                <a:ea typeface="Rubik"/>
                <a:cs typeface="Rubik"/>
                <a:sym typeface="Rubik"/>
              </a:rPr>
              <a:t>?</a:t>
            </a:r>
            <a:endParaRPr sz="1600" dirty="0">
              <a:latin typeface="Host Grotesk" panose="020B0504030402000203" pitchFamily="34" charset="0"/>
              <a:ea typeface="Rubik"/>
              <a:cs typeface="Rubik"/>
              <a:sym typeface="Rubik"/>
            </a:endParaRPr>
          </a:p>
          <a:p>
            <a:pPr marL="457200" lvl="0" indent="-355600">
              <a:lnSpc>
                <a:spcPct val="115000"/>
              </a:lnSpc>
              <a:buSzPts val="2000"/>
              <a:buFont typeface="Rubik"/>
              <a:buChar char="●"/>
            </a:pPr>
            <a:r>
              <a:rPr lang="en-US" sz="1600" dirty="0" err="1">
                <a:latin typeface="Host Grotesk" panose="020B0504030402000203" pitchFamily="34" charset="0"/>
                <a:ea typeface="Rubik"/>
                <a:cs typeface="Rubik"/>
                <a:sym typeface="Rubik"/>
              </a:rPr>
              <a:t>Sidan</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qanday</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qilib</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boshqalarga</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zarar</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yetkazmasdan</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yordam</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berish</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uchun</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foydalanishimiz</a:t>
            </a:r>
            <a:r>
              <a:rPr lang="en-US" sz="1600" dirty="0">
                <a:latin typeface="Host Grotesk" panose="020B0504030402000203" pitchFamily="34" charset="0"/>
                <a:ea typeface="Rubik"/>
                <a:cs typeface="Rubik"/>
                <a:sym typeface="Rubik"/>
              </a:rPr>
              <a:t> </a:t>
            </a:r>
            <a:r>
              <a:rPr lang="en-US" sz="1600" dirty="0" err="1">
                <a:latin typeface="Host Grotesk" panose="020B0504030402000203" pitchFamily="34" charset="0"/>
                <a:ea typeface="Rubik"/>
                <a:cs typeface="Rubik"/>
                <a:sym typeface="Rubik"/>
              </a:rPr>
              <a:t>mumkin</a:t>
            </a:r>
            <a:endParaRPr sz="1600" dirty="0">
              <a:latin typeface="Host Grotesk" panose="020B0504030402000203" pitchFamily="34" charset="0"/>
              <a:ea typeface="Rubik"/>
              <a:cs typeface="Rubik"/>
              <a:sym typeface="Rubik"/>
            </a:endParaRPr>
          </a:p>
          <a:p>
            <a:pPr marL="457200" lvl="0" indent="-355600">
              <a:lnSpc>
                <a:spcPct val="115000"/>
              </a:lnSpc>
              <a:buSzPts val="2000"/>
              <a:buFont typeface="Rubik"/>
              <a:buChar char="●"/>
            </a:pPr>
            <a:r>
              <a:rPr lang="en" sz="1600" dirty="0">
                <a:latin typeface="Rubik"/>
                <a:ea typeface="Rubik"/>
                <a:cs typeface="Rubik"/>
                <a:sym typeface="Rubik"/>
              </a:rPr>
              <a:t>S</a:t>
            </a:r>
            <a:r>
              <a:rPr lang="en-US" sz="1600" dirty="0">
                <a:latin typeface="Rubik"/>
                <a:ea typeface="Rubik"/>
                <a:cs typeface="Rubik"/>
                <a:sym typeface="Rubik"/>
              </a:rPr>
              <a:t>l </a:t>
            </a:r>
            <a:r>
              <a:rPr lang="en-US" sz="1600" dirty="0" err="1">
                <a:latin typeface="Rubik"/>
                <a:ea typeface="Rubik"/>
                <a:cs typeface="Rubik"/>
                <a:sym typeface="Rubik"/>
              </a:rPr>
              <a:t>vositalari</a:t>
            </a:r>
            <a:r>
              <a:rPr lang="uz-Latn-UZ" sz="1600" dirty="0">
                <a:latin typeface="Rubik"/>
                <a:ea typeface="Rubik"/>
                <a:cs typeface="Rubik"/>
                <a:sym typeface="Rubik"/>
              </a:rPr>
              <a:t> bilan</a:t>
            </a:r>
            <a:r>
              <a:rPr lang="en-US" sz="1600" dirty="0">
                <a:latin typeface="Rubik"/>
                <a:ea typeface="Rubik"/>
                <a:cs typeface="Rubik"/>
                <a:sym typeface="Rubik"/>
              </a:rPr>
              <a:t> </a:t>
            </a:r>
            <a:r>
              <a:rPr lang="en-US" sz="1600" dirty="0" err="1">
                <a:latin typeface="Rubik"/>
                <a:ea typeface="Rubik"/>
                <a:cs typeface="Rubik"/>
                <a:sym typeface="Rubik"/>
              </a:rPr>
              <a:t>nimadir</a:t>
            </a:r>
            <a:r>
              <a:rPr lang="en-US" sz="1600" dirty="0">
                <a:latin typeface="Rubik"/>
                <a:ea typeface="Rubik"/>
                <a:cs typeface="Rubik"/>
                <a:sym typeface="Rubik"/>
              </a:rPr>
              <a:t> </a:t>
            </a:r>
            <a:r>
              <a:rPr lang="en-US" sz="1600" dirty="0" err="1">
                <a:latin typeface="Rubik"/>
                <a:ea typeface="Rubik"/>
                <a:cs typeface="Rubik"/>
                <a:sym typeface="Rubik"/>
              </a:rPr>
              <a:t>yaratishda</a:t>
            </a:r>
            <a:r>
              <a:rPr lang="en-US" sz="1600" dirty="0">
                <a:latin typeface="Rubik"/>
                <a:ea typeface="Rubik"/>
                <a:cs typeface="Rubik"/>
                <a:sym typeface="Rubik"/>
              </a:rPr>
              <a:t> </a:t>
            </a:r>
            <a:r>
              <a:rPr lang="en-US" sz="1600" dirty="0" err="1">
                <a:latin typeface="Rubik"/>
                <a:ea typeface="Rubik"/>
                <a:cs typeface="Rubik"/>
                <a:sym typeface="Rubik"/>
              </a:rPr>
              <a:t>qanday</a:t>
            </a:r>
            <a:r>
              <a:rPr lang="en-US" sz="1600" dirty="0">
                <a:latin typeface="Rubik"/>
                <a:ea typeface="Rubik"/>
                <a:cs typeface="Rubik"/>
                <a:sym typeface="Rubik"/>
              </a:rPr>
              <a:t> </a:t>
            </a:r>
            <a:r>
              <a:rPr lang="en-US" sz="1600" dirty="0" err="1">
                <a:latin typeface="Rubik"/>
                <a:ea typeface="Rubik"/>
                <a:cs typeface="Rubik"/>
                <a:sym typeface="Rubik"/>
              </a:rPr>
              <a:t>mas'uliyatimiz</a:t>
            </a:r>
            <a:r>
              <a:rPr lang="en-US" sz="1600" dirty="0">
                <a:latin typeface="Rubik"/>
                <a:ea typeface="Rubik"/>
                <a:cs typeface="Rubik"/>
                <a:sym typeface="Rubik"/>
              </a:rPr>
              <a:t> </a:t>
            </a:r>
            <a:r>
              <a:rPr lang="en-US" sz="1600" dirty="0" err="1">
                <a:latin typeface="Rubik"/>
                <a:ea typeface="Rubik"/>
                <a:cs typeface="Rubik"/>
                <a:sym typeface="Rubik"/>
              </a:rPr>
              <a:t>bor</a:t>
            </a:r>
            <a:r>
              <a:rPr lang="en-US" sz="1600" dirty="0">
                <a:latin typeface="Rubik"/>
                <a:ea typeface="Rubik"/>
                <a:cs typeface="Rubik"/>
                <a:sym typeface="Rubik"/>
              </a:rPr>
              <a:t>?</a:t>
            </a:r>
            <a:endParaRPr lang="en" sz="1600" dirty="0">
              <a:latin typeface="Rubik"/>
              <a:ea typeface="Rubik"/>
              <a:cs typeface="Rubik"/>
              <a:sym typeface="Rubik"/>
            </a:endParaRPr>
          </a:p>
          <a:p>
            <a:pPr marL="101600" lvl="0" algn="l" rtl="0">
              <a:lnSpc>
                <a:spcPct val="115000"/>
              </a:lnSpc>
              <a:spcBef>
                <a:spcPts val="0"/>
              </a:spcBef>
              <a:spcAft>
                <a:spcPts val="0"/>
              </a:spcAft>
              <a:buSzPts val="2000"/>
            </a:pPr>
            <a:r>
              <a:rPr lang="en" sz="1600" b="1" i="1" dirty="0">
                <a:solidFill>
                  <a:schemeClr val="dk2"/>
                </a:solidFill>
                <a:latin typeface="Host Grotesk" panose="020B0504030402000203" pitchFamily="34" charset="0"/>
                <a:ea typeface="Rubik"/>
                <a:cs typeface="Rubik"/>
                <a:sym typeface="Rubik"/>
              </a:rPr>
              <a:t>       </a:t>
            </a:r>
            <a:r>
              <a:rPr lang="en-US" b="1" i="1" dirty="0" err="1">
                <a:solidFill>
                  <a:schemeClr val="dk2"/>
                </a:solidFill>
                <a:latin typeface="Host Grotesk" panose="020B0504030402000203" pitchFamily="34" charset="0"/>
                <a:ea typeface="Rubik"/>
                <a:cs typeface="Rubik"/>
                <a:sym typeface="Rubik"/>
              </a:rPr>
              <a:t>Ish</a:t>
            </a:r>
            <a:r>
              <a:rPr lang="en-US" b="1" i="1" dirty="0">
                <a:solidFill>
                  <a:schemeClr val="dk2"/>
                </a:solidFill>
                <a:latin typeface="Host Grotesk" panose="020B0504030402000203" pitchFamily="34" charset="0"/>
                <a:ea typeface="Rubik"/>
                <a:cs typeface="Rubik"/>
                <a:sym typeface="Rubik"/>
              </a:rPr>
              <a:t> </a:t>
            </a:r>
            <a:r>
              <a:rPr lang="en-US" b="1" i="1" dirty="0" err="1">
                <a:solidFill>
                  <a:schemeClr val="dk2"/>
                </a:solidFill>
                <a:latin typeface="Host Grotesk" panose="020B0504030402000203" pitchFamily="34" charset="0"/>
                <a:ea typeface="Rubik"/>
                <a:cs typeface="Rubik"/>
                <a:sym typeface="Rubik"/>
              </a:rPr>
              <a:t>varag’ingizning</a:t>
            </a:r>
            <a:r>
              <a:rPr lang="en-US" b="1" i="1" dirty="0">
                <a:solidFill>
                  <a:schemeClr val="dk2"/>
                </a:solidFill>
                <a:latin typeface="Host Grotesk" panose="020B0504030402000203" pitchFamily="34" charset="0"/>
                <a:ea typeface="Rubik"/>
                <a:cs typeface="Rubik"/>
                <a:sym typeface="Rubik"/>
              </a:rPr>
              <a:t> 5-qismida </a:t>
            </a:r>
            <a:r>
              <a:rPr lang="en-US" b="1" i="1" dirty="0" err="1">
                <a:solidFill>
                  <a:schemeClr val="dk2"/>
                </a:solidFill>
                <a:latin typeface="Host Grotesk" panose="020B0504030402000203" pitchFamily="34" charset="0"/>
                <a:ea typeface="Rubik"/>
                <a:cs typeface="Rubik"/>
                <a:sym typeface="Rubik"/>
              </a:rPr>
              <a:t>o’z</a:t>
            </a:r>
            <a:r>
              <a:rPr lang="en-US" b="1" i="1" dirty="0">
                <a:solidFill>
                  <a:schemeClr val="dk2"/>
                </a:solidFill>
                <a:latin typeface="Host Grotesk" panose="020B0504030402000203" pitchFamily="34" charset="0"/>
                <a:ea typeface="Rubik"/>
                <a:cs typeface="Rubik"/>
                <a:sym typeface="Rubik"/>
              </a:rPr>
              <a:t> </a:t>
            </a:r>
            <a:r>
              <a:rPr lang="en-US" b="1" i="1" dirty="0" err="1">
                <a:solidFill>
                  <a:schemeClr val="dk2"/>
                </a:solidFill>
                <a:latin typeface="Host Grotesk" panose="020B0504030402000203" pitchFamily="34" charset="0"/>
                <a:ea typeface="Rubik"/>
                <a:cs typeface="Rubik"/>
                <a:sym typeface="Rubik"/>
              </a:rPr>
              <a:t>qoidalaringizni</a:t>
            </a:r>
            <a:r>
              <a:rPr lang="en-US" b="1" i="1" dirty="0">
                <a:solidFill>
                  <a:schemeClr val="dk2"/>
                </a:solidFill>
                <a:latin typeface="Host Grotesk" panose="020B0504030402000203" pitchFamily="34" charset="0"/>
                <a:ea typeface="Rubik"/>
                <a:cs typeface="Rubik"/>
                <a:sym typeface="Rubik"/>
              </a:rPr>
              <a:t> </a:t>
            </a:r>
            <a:r>
              <a:rPr lang="en-US" b="1" i="1" dirty="0" err="1">
                <a:solidFill>
                  <a:schemeClr val="dk2"/>
                </a:solidFill>
                <a:latin typeface="Host Grotesk" panose="020B0504030402000203" pitchFamily="34" charset="0"/>
                <a:ea typeface="Rubik"/>
                <a:cs typeface="Rubik"/>
                <a:sym typeface="Rubik"/>
              </a:rPr>
              <a:t>yarating</a:t>
            </a:r>
            <a:r>
              <a:rPr lang="en-US" b="1" i="1" dirty="0">
                <a:solidFill>
                  <a:schemeClr val="dk2"/>
                </a:solidFill>
                <a:latin typeface="Host Grotesk" panose="020B0504030402000203" pitchFamily="34" charset="0"/>
                <a:ea typeface="Rubik"/>
                <a:cs typeface="Rubik"/>
                <a:sym typeface="Rubik"/>
              </a:rPr>
              <a:t>.</a:t>
            </a:r>
            <a:r>
              <a:rPr lang="en" b="1" i="1" dirty="0">
                <a:solidFill>
                  <a:schemeClr val="dk2"/>
                </a:solidFill>
                <a:latin typeface="Host Grotesk" panose="020B0504030402000203" pitchFamily="34" charset="0"/>
                <a:ea typeface="Rubik"/>
                <a:cs typeface="Rubik"/>
                <a:sym typeface="Rubik"/>
              </a:rPr>
              <a:t> </a:t>
            </a:r>
            <a:endParaRPr sz="1800" dirty="0">
              <a:solidFill>
                <a:schemeClr val="dk1"/>
              </a:solidFill>
              <a:latin typeface="Host Grotesk" panose="020B0504030402000203" pitchFamily="34" charset="0"/>
              <a:ea typeface="Rubik"/>
              <a:cs typeface="Rubik"/>
              <a:sym typeface="Rubik"/>
            </a:endParaRPr>
          </a:p>
          <a:p>
            <a:pPr marL="0" lvl="0" indent="0" algn="l" rtl="0">
              <a:lnSpc>
                <a:spcPct val="115000"/>
              </a:lnSpc>
              <a:spcBef>
                <a:spcPts val="1200"/>
              </a:spcBef>
              <a:spcAft>
                <a:spcPts val="1200"/>
              </a:spcAft>
              <a:buNone/>
            </a:pPr>
            <a:r>
              <a:rPr lang="en" sz="1800" dirty="0">
                <a:solidFill>
                  <a:schemeClr val="dk1"/>
                </a:solidFill>
                <a:latin typeface="Host Grotesk" panose="020B0504030402000203" pitchFamily="34" charset="0"/>
                <a:ea typeface="Rubik"/>
                <a:cs typeface="Rubik"/>
                <a:sym typeface="Rubik"/>
              </a:rPr>
              <a:t>						</a:t>
            </a:r>
            <a:endParaRPr sz="1800" dirty="0">
              <a:solidFill>
                <a:schemeClr val="dk1"/>
              </a:solidFill>
              <a:latin typeface="Host Grotesk" panose="020B0504030402000203" pitchFamily="34" charset="0"/>
              <a:ea typeface="Rubik"/>
              <a:cs typeface="Rubik"/>
              <a:sym typeface="Rubik"/>
            </a:endParaRPr>
          </a:p>
        </p:txBody>
      </p:sp>
      <p:pic>
        <p:nvPicPr>
          <p:cNvPr id="2" name="Picture 1" descr="A logo on a black background&#10;&#10;Description automatically generated">
            <a:extLst>
              <a:ext uri="{FF2B5EF4-FFF2-40B4-BE49-F238E27FC236}">
                <a16:creationId xmlns:a16="http://schemas.microsoft.com/office/drawing/2014/main" id="{E9729EA3-5E3B-8EB1-7249-FC2FF14BB999}"/>
              </a:ext>
            </a:extLst>
          </p:cNvPr>
          <p:cNvPicPr>
            <a:picLocks noChangeAspect="1"/>
          </p:cNvPicPr>
          <p:nvPr/>
        </p:nvPicPr>
        <p:blipFill>
          <a:blip r:embed="rId3" cstate="print">
            <a:extLst>
              <a:ext uri="{28A0092B-C50C-407E-A947-70E740481C1C}">
                <a14:useLocalDpi xmlns:a14="http://schemas.microsoft.com/office/drawing/2010/main" val="0"/>
              </a:ext>
            </a:extLst>
          </a:blip>
          <a:srcRect l="17966" t="41761" r="13807" b="41509"/>
          <a:stretch/>
        </p:blipFill>
        <p:spPr>
          <a:xfrm>
            <a:off x="485775" y="434278"/>
            <a:ext cx="1441011" cy="353337"/>
          </a:xfrm>
          <a:prstGeom prst="rect">
            <a:avLst/>
          </a:prstGeom>
        </p:spPr>
      </p:pic>
      <p:sp>
        <p:nvSpPr>
          <p:cNvPr id="3" name="Прямоугольник 7">
            <a:extLst>
              <a:ext uri="{FF2B5EF4-FFF2-40B4-BE49-F238E27FC236}">
                <a16:creationId xmlns:a16="http://schemas.microsoft.com/office/drawing/2014/main" id="{59984221-565D-F480-5281-2F95FCB04B01}"/>
              </a:ext>
            </a:extLst>
          </p:cNvPr>
          <p:cNvSpPr/>
          <p:nvPr/>
        </p:nvSpPr>
        <p:spPr>
          <a:xfrm>
            <a:off x="0" y="4648200"/>
            <a:ext cx="9144000" cy="495300"/>
          </a:xfrm>
          <a:prstGeom prst="rect">
            <a:avLst/>
          </a:prstGeom>
          <a:solidFill>
            <a:srgbClr val="4AC0F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ru-RU" altLang="en-US" sz="1800" b="1" dirty="0">
              <a:solidFill>
                <a:schemeClr val="bg1"/>
              </a:solidFill>
              <a:latin typeface="Century Gothic" panose="020B0502020202020204" pitchFamily="34" charset="0"/>
            </a:endParaRPr>
          </a:p>
        </p:txBody>
      </p:sp>
      <p:pic>
        <p:nvPicPr>
          <p:cNvPr id="4" name="Picture 3" descr="A yellow star on a black background&#10;&#10;Description automatically generated">
            <a:extLst>
              <a:ext uri="{FF2B5EF4-FFF2-40B4-BE49-F238E27FC236}">
                <a16:creationId xmlns:a16="http://schemas.microsoft.com/office/drawing/2014/main" id="{80D232BB-35B9-96D1-0359-50198EBF8508}"/>
              </a:ext>
            </a:extLst>
          </p:cNvPr>
          <p:cNvPicPr>
            <a:picLocks noChangeAspect="1"/>
          </p:cNvPicPr>
          <p:nvPr/>
        </p:nvPicPr>
        <p:blipFill>
          <a:blip r:embed="rId4"/>
          <a:stretch>
            <a:fillRect/>
          </a:stretch>
        </p:blipFill>
        <p:spPr>
          <a:xfrm>
            <a:off x="1560302" y="49145"/>
            <a:ext cx="628654" cy="628654"/>
          </a:xfrm>
          <a:prstGeom prst="rect">
            <a:avLst/>
          </a:prstGeom>
        </p:spPr>
      </p:pic>
      <p:graphicFrame>
        <p:nvGraphicFramePr>
          <p:cNvPr id="5" name="Объект 7">
            <a:extLst>
              <a:ext uri="{FF2B5EF4-FFF2-40B4-BE49-F238E27FC236}">
                <a16:creationId xmlns:a16="http://schemas.microsoft.com/office/drawing/2014/main" id="{CAEDEDB8-1C62-4EFA-5BF3-F525779DC126}"/>
              </a:ext>
            </a:extLst>
          </p:cNvPr>
          <p:cNvGraphicFramePr/>
          <p:nvPr>
            <p:extLst>
              <p:ext uri="{D42A27DB-BD31-4B8C-83A1-F6EECF244321}">
                <p14:modId xmlns:p14="http://schemas.microsoft.com/office/powerpoint/2010/main" val="556561207"/>
              </p:ext>
            </p:extLst>
          </p:nvPr>
        </p:nvGraphicFramePr>
        <p:xfrm>
          <a:off x="403957" y="4184888"/>
          <a:ext cx="436245" cy="590550"/>
        </p:xfrm>
        <a:graphic>
          <a:graphicData uri="http://schemas.openxmlformats.org/presentationml/2006/ole">
            <mc:AlternateContent xmlns:mc="http://schemas.openxmlformats.org/markup-compatibility/2006">
              <mc:Choice xmlns:v="urn:schemas-microsoft-com:vml" Requires="v">
                <p:oleObj r:id="rId5" imgW="469900" imgH="624840" progId="CorelDraw.Graphic.25">
                  <p:embed/>
                </p:oleObj>
              </mc:Choice>
              <mc:Fallback>
                <p:oleObj r:id="rId5" imgW="469900" imgH="624840" progId="CorelDraw.Graphic.25">
                  <p:embed/>
                  <p:pic>
                    <p:nvPicPr>
                      <p:cNvPr id="14" name="Объект 7">
                        <a:extLst>
                          <a:ext uri="{FF2B5EF4-FFF2-40B4-BE49-F238E27FC236}">
                            <a16:creationId xmlns:a16="http://schemas.microsoft.com/office/drawing/2014/main" id="{EA71442E-7379-D102-D9A2-4C5A459AB2B9}"/>
                          </a:ext>
                        </a:extLst>
                      </p:cNvPr>
                      <p:cNvPicPr/>
                      <p:nvPr/>
                    </p:nvPicPr>
                    <p:blipFill>
                      <a:blip r:embed="rId6"/>
                      <a:stretch>
                        <a:fillRect/>
                      </a:stretch>
                    </p:blipFill>
                    <p:spPr>
                      <a:xfrm>
                        <a:off x="403957" y="4184888"/>
                        <a:ext cx="436245" cy="590550"/>
                      </a:xfrm>
                      <a:prstGeom prst="rect">
                        <a:avLst/>
                      </a:prstGeom>
                    </p:spPr>
                  </p:pic>
                </p:oleObj>
              </mc:Fallback>
            </mc:AlternateContent>
          </a:graphicData>
        </a:graphic>
      </p:graphicFrame>
      <p:graphicFrame>
        <p:nvGraphicFramePr>
          <p:cNvPr id="6" name="Объект 13">
            <a:extLst>
              <a:ext uri="{FF2B5EF4-FFF2-40B4-BE49-F238E27FC236}">
                <a16:creationId xmlns:a16="http://schemas.microsoft.com/office/drawing/2014/main" id="{8A08BF1A-409C-7B23-A3E1-19D8805E8D17}"/>
              </a:ext>
            </a:extLst>
          </p:cNvPr>
          <p:cNvGraphicFramePr/>
          <p:nvPr>
            <p:extLst>
              <p:ext uri="{D42A27DB-BD31-4B8C-83A1-F6EECF244321}">
                <p14:modId xmlns:p14="http://schemas.microsoft.com/office/powerpoint/2010/main" val="167372451"/>
              </p:ext>
            </p:extLst>
          </p:nvPr>
        </p:nvGraphicFramePr>
        <p:xfrm>
          <a:off x="6771081" y="1849973"/>
          <a:ext cx="639445" cy="599440"/>
        </p:xfrm>
        <a:graphic>
          <a:graphicData uri="http://schemas.openxmlformats.org/presentationml/2006/ole">
            <mc:AlternateContent xmlns:mc="http://schemas.openxmlformats.org/markup-compatibility/2006">
              <mc:Choice xmlns:v="urn:schemas-microsoft-com:vml" Requires="v">
                <p:oleObj r:id="rId7" imgW="663575" imgH="618490" progId="CorelDraw.Graphic.25">
                  <p:embed/>
                </p:oleObj>
              </mc:Choice>
              <mc:Fallback>
                <p:oleObj r:id="rId7" imgW="663575" imgH="618490" progId="CorelDraw.Graphic.25">
                  <p:embed/>
                  <p:pic>
                    <p:nvPicPr>
                      <p:cNvPr id="15" name="Объект 13">
                        <a:extLst>
                          <a:ext uri="{FF2B5EF4-FFF2-40B4-BE49-F238E27FC236}">
                            <a16:creationId xmlns:a16="http://schemas.microsoft.com/office/drawing/2014/main" id="{1D41705B-2A2E-C5A1-3E8C-F70818E209C1}"/>
                          </a:ext>
                        </a:extLst>
                      </p:cNvPr>
                      <p:cNvPicPr/>
                      <p:nvPr/>
                    </p:nvPicPr>
                    <p:blipFill>
                      <a:blip r:embed="rId8"/>
                      <a:stretch>
                        <a:fillRect/>
                      </a:stretch>
                    </p:blipFill>
                    <p:spPr>
                      <a:xfrm>
                        <a:off x="6771081" y="1849973"/>
                        <a:ext cx="639445" cy="599440"/>
                      </a:xfrm>
                      <a:prstGeom prst="rect">
                        <a:avLst/>
                      </a:prstGeom>
                    </p:spPr>
                  </p:pic>
                </p:oleObj>
              </mc:Fallback>
            </mc:AlternateContent>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230</TotalTime>
  <Words>1238</Words>
  <Application>Microsoft Office PowerPoint</Application>
  <PresentationFormat>On-screen Show (16:9)</PresentationFormat>
  <Paragraphs>122</Paragraphs>
  <Slides>20</Slides>
  <Notes>10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27" baseType="lpstr">
      <vt:lpstr>Host Grotesk</vt:lpstr>
      <vt:lpstr>Rubik</vt:lpstr>
      <vt:lpstr>Calibri Light</vt:lpstr>
      <vt:lpstr>Arial</vt:lpstr>
      <vt:lpstr>Century Gothic</vt:lpstr>
      <vt:lpstr>Simple Light</vt:lpstr>
      <vt:lpstr>CorelDraw.Graphic.25</vt:lpstr>
      <vt:lpstr> </vt:lpstr>
      <vt:lpstr> </vt:lpstr>
      <vt:lpstr>PowerPoint Presentation</vt:lpstr>
      <vt:lpstr>Sidan mas’uliyat bilan foydalanish</vt:lpstr>
      <vt:lpstr>Sidan mas’uliyat bilan foydalanish</vt:lpstr>
      <vt:lpstr> </vt:lpstr>
      <vt:lpstr>Ushbu videoni ko’ring va ish varag’ingizning 2-qismida javob bering.</vt:lpstr>
      <vt:lpstr> </vt:lpstr>
      <vt:lpstr>Sidan foydalanish bo’yicha 5 asosiy axloqiy muammo</vt:lpstr>
      <vt:lpstr>PowerPoint Presentation</vt:lpstr>
      <vt:lpstr>2. Noto’g’ri ma’lumot </vt:lpstr>
      <vt:lpstr>3. Tushunarlilik  </vt:lpstr>
      <vt:lpstr>4. Tarafkashlik va adolat</vt:lpstr>
      <vt:lpstr>5. Plagiat</vt:lpstr>
      <vt:lpstr> </vt:lpstr>
      <vt:lpstr> Yevropa bo’yicha umumlashtirilgan SI axloq qoidalari</vt:lpstr>
      <vt:lpstr>YUNESKOning sun’iy idrok etikasi bo’yicha tavsiyasi</vt:lpstr>
      <vt:lpstr>Aks ettirish </vt:lpstr>
      <vt:lpstr> </vt:lpstr>
      <vt:lpstr>Qoidalar ro'yxatini tuzing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Qanday qilib sun’iy idrokdan mas’uliyat bilan foydalanish mumkin?</dc:title>
  <dc:creator>Ғиёсиддин</dc:creator>
  <cp:lastModifiedBy>Foziljon Alisherov</cp:lastModifiedBy>
  <cp:revision>30</cp:revision>
  <dcterms:modified xsi:type="dcterms:W3CDTF">2025-05-19T15:45:48Z</dcterms:modified>
</cp:coreProperties>
</file>